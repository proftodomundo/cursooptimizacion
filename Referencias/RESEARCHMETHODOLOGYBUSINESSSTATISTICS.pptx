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drawings/drawing1.xml" ContentType="application/vnd.openxmlformats-officedocument.drawingml.chartshapes+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diagrams/quickStyle1.xml" ContentType="application/vnd.openxmlformats-officedocument.drawingml.diagramStyl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ppt/theme/themeOverride1.xml" ContentType="application/vnd.openxmlformats-officedocument.themeOverride+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xlsx" ContentType="application/vnd.openxmlformats-officedocument.spreadsheetml.sheet"/>
  <Override PartName="/ppt/diagrams/layout1.xml" ContentType="application/vnd.openxmlformats-officedocument.drawingml.diagramLayout+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charts/chart1.xml" ContentType="application/vnd.openxmlformats-officedocument.drawingml.chart+xml"/>
  <Override PartName="/ppt/diagrams/data1.xml" ContentType="application/vnd.openxmlformats-officedocument.drawingml.diagramData+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994" autoAdjust="0"/>
    <p:restoredTop sz="94660"/>
  </p:normalViewPr>
  <p:slideViewPr>
    <p:cSldViewPr snapToGrid="0">
      <p:cViewPr varScale="1">
        <p:scale>
          <a:sx n="87" d="100"/>
          <a:sy n="87" d="100"/>
        </p:scale>
        <p:origin x="-528" y="-86"/>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chartUserShapes" Target="../drawings/drawing1.xml"/><Relationship Id="rId2" Type="http://schemas.openxmlformats.org/officeDocument/2006/relationships/package" Target="../embeddings/Microsoft_Office_Excel_Worksheet1.xlsx"/><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chart>
    <c:autoTitleDeleted val="1"/>
    <c:plotArea>
      <c:layout>
        <c:manualLayout>
          <c:layoutTarget val="inner"/>
          <c:xMode val="edge"/>
          <c:yMode val="edge"/>
          <c:x val="7.0407006415864684E-2"/>
          <c:y val="0.16697444069491368"/>
          <c:w val="0.7492989938757656"/>
          <c:h val="0.70413323334583378"/>
        </c:manualLayout>
      </c:layout>
      <c:scatterChart>
        <c:scatterStyle val="lineMarker"/>
        <c:ser>
          <c:idx val="0"/>
          <c:order val="0"/>
          <c:tx>
            <c:strRef>
              <c:f>Sheet1!$B$1</c:f>
              <c:strCache>
                <c:ptCount val="1"/>
                <c:pt idx="0">
                  <c:v>Y-Values</c:v>
                </c:pt>
              </c:strCache>
            </c:strRef>
          </c:tx>
          <c:spPr>
            <a:ln w="28575">
              <a:noFill/>
            </a:ln>
          </c:spPr>
          <c:xVal>
            <c:numRef>
              <c:f>Sheet1!$A$2:$A$4</c:f>
              <c:numCache>
                <c:formatCode>General</c:formatCode>
                <c:ptCount val="3"/>
                <c:pt idx="0">
                  <c:v>7.5</c:v>
                </c:pt>
                <c:pt idx="1">
                  <c:v>10</c:v>
                </c:pt>
              </c:numCache>
            </c:numRef>
          </c:xVal>
          <c:yVal>
            <c:numRef>
              <c:f>Sheet1!$B$2:$B$4</c:f>
              <c:numCache>
                <c:formatCode>General</c:formatCode>
                <c:ptCount val="3"/>
                <c:pt idx="0">
                  <c:v>12</c:v>
                </c:pt>
                <c:pt idx="1">
                  <c:v>8</c:v>
                </c:pt>
                <c:pt idx="2">
                  <c:v>0.8</c:v>
                </c:pt>
              </c:numCache>
            </c:numRef>
          </c:yVal>
        </c:ser>
        <c:axId val="107788544"/>
        <c:axId val="108216320"/>
      </c:scatterChart>
      <c:valAx>
        <c:axId val="107788544"/>
        <c:scaling>
          <c:orientation val="minMax"/>
        </c:scaling>
        <c:axPos val="b"/>
        <c:numFmt formatCode="General" sourceLinked="1"/>
        <c:tickLblPos val="nextTo"/>
        <c:crossAx val="108216320"/>
        <c:crosses val="autoZero"/>
        <c:crossBetween val="midCat"/>
      </c:valAx>
      <c:valAx>
        <c:axId val="108216320"/>
        <c:scaling>
          <c:orientation val="minMax"/>
        </c:scaling>
        <c:axPos val="l"/>
        <c:majorGridlines/>
        <c:numFmt formatCode="General" sourceLinked="1"/>
        <c:tickLblPos val="nextTo"/>
        <c:crossAx val="107788544"/>
        <c:crosses val="autoZero"/>
        <c:crossBetween val="midCat"/>
      </c:valAx>
    </c:plotArea>
    <c:plotVisOnly val="1"/>
    <c:dispBlanksAs val="zero"/>
  </c:chart>
  <c:externalData r:id="rId2"/>
  <c:userShapes r:id="rId3"/>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B0287DE-6D5F-42C4-BDF8-BA36A30BFB0F}" type="doc">
      <dgm:prSet loTypeId="urn:microsoft.com/office/officeart/2005/8/layout/radial6#2" loCatId="cycle" qsTypeId="urn:microsoft.com/office/officeart/2005/8/quickstyle/simple3" qsCatId="simple" csTypeId="urn:microsoft.com/office/officeart/2005/8/colors/accent1_2" csCatId="accent1" phldr="1"/>
      <dgm:spPr/>
      <dgm:t>
        <a:bodyPr/>
        <a:lstStyle/>
        <a:p>
          <a:endParaRPr lang="en-US"/>
        </a:p>
      </dgm:t>
    </dgm:pt>
    <dgm:pt modelId="{5493B848-6B9D-4A1B-BC72-83406F921CE7}">
      <dgm:prSet phldrT="[Text]"/>
      <dgm:spPr/>
      <dgm:t>
        <a:bodyPr/>
        <a:lstStyle/>
        <a:p>
          <a:r>
            <a:rPr lang="en-US" b="1">
              <a:solidFill>
                <a:srgbClr val="00B050"/>
              </a:solidFill>
            </a:rPr>
            <a:t>APPLICATION </a:t>
          </a:r>
        </a:p>
      </dgm:t>
    </dgm:pt>
    <dgm:pt modelId="{809399E7-C485-4DF0-9059-EF5AEA8DC42A}" type="parTrans" cxnId="{34A7C270-1C9C-486C-BEAC-3180A9F3CD5A}">
      <dgm:prSet/>
      <dgm:spPr/>
      <dgm:t>
        <a:bodyPr/>
        <a:lstStyle/>
        <a:p>
          <a:endParaRPr lang="en-US"/>
        </a:p>
      </dgm:t>
    </dgm:pt>
    <dgm:pt modelId="{8606A0EC-AD42-4394-AD13-D0DA70C99C16}" type="sibTrans" cxnId="{34A7C270-1C9C-486C-BEAC-3180A9F3CD5A}">
      <dgm:prSet/>
      <dgm:spPr/>
      <dgm:t>
        <a:bodyPr/>
        <a:lstStyle/>
        <a:p>
          <a:endParaRPr lang="en-US"/>
        </a:p>
      </dgm:t>
    </dgm:pt>
    <dgm:pt modelId="{A7555857-A15D-4D08-AE02-57490484E951}">
      <dgm:prSet phldrT="[Text]"/>
      <dgm:spPr/>
      <dgm:t>
        <a:bodyPr/>
        <a:lstStyle/>
        <a:p>
          <a:r>
            <a:rPr lang="en-US" b="1"/>
            <a:t>Proficiency in Operation of Dam System</a:t>
          </a:r>
        </a:p>
      </dgm:t>
    </dgm:pt>
    <dgm:pt modelId="{3E318A48-3C6C-41E1-ACFE-B021A65F2527}" type="parTrans" cxnId="{448A730F-47DD-419B-B1FD-FD5D7BA8AD41}">
      <dgm:prSet/>
      <dgm:spPr/>
      <dgm:t>
        <a:bodyPr/>
        <a:lstStyle/>
        <a:p>
          <a:endParaRPr lang="en-US"/>
        </a:p>
      </dgm:t>
    </dgm:pt>
    <dgm:pt modelId="{33768996-9D37-4EA9-B58B-2BABA4DFBB93}" type="sibTrans" cxnId="{448A730F-47DD-419B-B1FD-FD5D7BA8AD41}">
      <dgm:prSet/>
      <dgm:spPr/>
      <dgm:t>
        <a:bodyPr/>
        <a:lstStyle/>
        <a:p>
          <a:endParaRPr lang="en-US"/>
        </a:p>
      </dgm:t>
    </dgm:pt>
    <dgm:pt modelId="{05AC76A6-B7E1-4F46-9990-2AC3EA18840E}">
      <dgm:prSet phldrT="[Text]"/>
      <dgm:spPr/>
      <dgm:t>
        <a:bodyPr/>
        <a:lstStyle/>
        <a:p>
          <a:r>
            <a:rPr lang="en-US" b="1"/>
            <a:t>Physical Distribution</a:t>
          </a:r>
        </a:p>
      </dgm:t>
    </dgm:pt>
    <dgm:pt modelId="{AB1E9DBB-354F-476B-9717-9EC68755B813}" type="parTrans" cxnId="{B7813BD1-F35D-4E8C-A851-B175028F015E}">
      <dgm:prSet/>
      <dgm:spPr/>
      <dgm:t>
        <a:bodyPr/>
        <a:lstStyle/>
        <a:p>
          <a:endParaRPr lang="en-US"/>
        </a:p>
      </dgm:t>
    </dgm:pt>
    <dgm:pt modelId="{9A4F7E0C-A91A-4B3E-B348-3D0D219C36E7}" type="sibTrans" cxnId="{B7813BD1-F35D-4E8C-A851-B175028F015E}">
      <dgm:prSet/>
      <dgm:spPr/>
      <dgm:t>
        <a:bodyPr/>
        <a:lstStyle/>
        <a:p>
          <a:endParaRPr lang="en-US"/>
        </a:p>
      </dgm:t>
    </dgm:pt>
    <dgm:pt modelId="{30E60590-1D16-469C-9F9C-D5206999816E}">
      <dgm:prSet phldrT="[Text]"/>
      <dgm:spPr/>
      <dgm:t>
        <a:bodyPr/>
        <a:lstStyle/>
        <a:p>
          <a:r>
            <a:rPr lang="en-US" b="1"/>
            <a:t>Transportation Problem</a:t>
          </a:r>
        </a:p>
      </dgm:t>
    </dgm:pt>
    <dgm:pt modelId="{2B779428-1DFA-4EF1-AD84-D3DC13BD87A3}" type="parTrans" cxnId="{3CB1D6F0-CCF7-457B-93CF-52DDAB38D12B}">
      <dgm:prSet/>
      <dgm:spPr/>
      <dgm:t>
        <a:bodyPr/>
        <a:lstStyle/>
        <a:p>
          <a:endParaRPr lang="en-US"/>
        </a:p>
      </dgm:t>
    </dgm:pt>
    <dgm:pt modelId="{1899F02F-644B-4264-BF0E-03DA0306CB15}" type="sibTrans" cxnId="{3CB1D6F0-CCF7-457B-93CF-52DDAB38D12B}">
      <dgm:prSet/>
      <dgm:spPr/>
      <dgm:t>
        <a:bodyPr/>
        <a:lstStyle/>
        <a:p>
          <a:endParaRPr lang="en-US"/>
        </a:p>
      </dgm:t>
    </dgm:pt>
    <dgm:pt modelId="{FE1B0908-9D10-47C1-9B47-6654097A0400}">
      <dgm:prSet phldrT="[Text]" phldr="1"/>
      <dgm:spPr/>
      <dgm:t>
        <a:bodyPr/>
        <a:lstStyle/>
        <a:p>
          <a:endParaRPr lang="en-US"/>
        </a:p>
      </dgm:t>
    </dgm:pt>
    <dgm:pt modelId="{497638FD-B75D-4F00-A8E6-9FD439BE66D6}" type="parTrans" cxnId="{64C03DE6-9543-44A6-8CDE-E37308E2F212}">
      <dgm:prSet/>
      <dgm:spPr/>
      <dgm:t>
        <a:bodyPr/>
        <a:lstStyle/>
        <a:p>
          <a:endParaRPr lang="en-US"/>
        </a:p>
      </dgm:t>
    </dgm:pt>
    <dgm:pt modelId="{887F8CFA-1696-4AAD-93AB-50746240E983}" type="sibTrans" cxnId="{64C03DE6-9543-44A6-8CDE-E37308E2F212}">
      <dgm:prSet/>
      <dgm:spPr/>
      <dgm:t>
        <a:bodyPr/>
        <a:lstStyle/>
        <a:p>
          <a:endParaRPr lang="en-US"/>
        </a:p>
      </dgm:t>
    </dgm:pt>
    <dgm:pt modelId="{D3152A2D-D0DF-49CF-80F5-F49B89556E4B}">
      <dgm:prSet phldrT="[Text]"/>
      <dgm:spPr/>
      <dgm:t>
        <a:bodyPr/>
        <a:lstStyle/>
        <a:p>
          <a:r>
            <a:rPr lang="en-US" b="1"/>
            <a:t>Production Management</a:t>
          </a:r>
        </a:p>
      </dgm:t>
    </dgm:pt>
    <dgm:pt modelId="{D94B381D-31F1-4267-BE01-87139D5022F5}" type="parTrans" cxnId="{F9697933-DFA5-49D6-B8C1-C78B33C565E4}">
      <dgm:prSet/>
      <dgm:spPr/>
      <dgm:t>
        <a:bodyPr/>
        <a:lstStyle/>
        <a:p>
          <a:endParaRPr lang="en-US"/>
        </a:p>
      </dgm:t>
    </dgm:pt>
    <dgm:pt modelId="{A832D9F4-1230-411B-99F7-100AF9A86E3E}" type="sibTrans" cxnId="{F9697933-DFA5-49D6-B8C1-C78B33C565E4}">
      <dgm:prSet/>
      <dgm:spPr/>
      <dgm:t>
        <a:bodyPr/>
        <a:lstStyle/>
        <a:p>
          <a:endParaRPr lang="en-US"/>
        </a:p>
      </dgm:t>
    </dgm:pt>
    <dgm:pt modelId="{57317519-ACF1-4D4C-AC70-D038D7D3F64D}">
      <dgm:prSet phldrT="[Text]"/>
      <dgm:spPr/>
      <dgm:t>
        <a:bodyPr/>
        <a:lstStyle/>
        <a:p>
          <a:r>
            <a:rPr lang="en-US" b="1"/>
            <a:t>Military Application</a:t>
          </a:r>
        </a:p>
      </dgm:t>
    </dgm:pt>
    <dgm:pt modelId="{7928518F-F822-4C6E-9902-52AF2D886C1A}" type="parTrans" cxnId="{1A87543E-BB82-4E9D-A075-93C2F4C0A867}">
      <dgm:prSet/>
      <dgm:spPr/>
      <dgm:t>
        <a:bodyPr/>
        <a:lstStyle/>
        <a:p>
          <a:endParaRPr lang="en-US"/>
        </a:p>
      </dgm:t>
    </dgm:pt>
    <dgm:pt modelId="{26E4EB00-DAF3-487A-A06B-5CCDCB115165}" type="sibTrans" cxnId="{1A87543E-BB82-4E9D-A075-93C2F4C0A867}">
      <dgm:prSet/>
      <dgm:spPr/>
      <dgm:t>
        <a:bodyPr/>
        <a:lstStyle/>
        <a:p>
          <a:endParaRPr lang="en-US"/>
        </a:p>
      </dgm:t>
    </dgm:pt>
    <dgm:pt modelId="{673EC66D-6B21-4568-AC88-5EE224EBEF04}">
      <dgm:prSet phldrT="[Text]"/>
      <dgm:spPr/>
      <dgm:t>
        <a:bodyPr/>
        <a:lstStyle/>
        <a:p>
          <a:r>
            <a:rPr lang="en-US" b="1"/>
            <a:t>Executive Compention</a:t>
          </a:r>
        </a:p>
      </dgm:t>
    </dgm:pt>
    <dgm:pt modelId="{C54BA183-6BF6-4DB3-A717-D8B932D436A7}" type="parTrans" cxnId="{C1838E22-C8D4-49F6-A703-B9761D7C7BD2}">
      <dgm:prSet/>
      <dgm:spPr/>
      <dgm:t>
        <a:bodyPr/>
        <a:lstStyle/>
        <a:p>
          <a:endParaRPr lang="en-US"/>
        </a:p>
      </dgm:t>
    </dgm:pt>
    <dgm:pt modelId="{AD4E3743-7B67-4BE8-B605-2E446FA481F9}" type="sibTrans" cxnId="{C1838E22-C8D4-49F6-A703-B9761D7C7BD2}">
      <dgm:prSet/>
      <dgm:spPr/>
      <dgm:t>
        <a:bodyPr/>
        <a:lstStyle/>
        <a:p>
          <a:endParaRPr lang="en-US"/>
        </a:p>
      </dgm:t>
    </dgm:pt>
    <dgm:pt modelId="{134CC2E8-A433-4C92-98F0-C1F3178F4857}">
      <dgm:prSet phldrT="[Text]"/>
      <dgm:spPr/>
      <dgm:t>
        <a:bodyPr/>
        <a:lstStyle/>
        <a:p>
          <a:r>
            <a:rPr lang="en-US" b="1"/>
            <a:t>Agricultural Application</a:t>
          </a:r>
        </a:p>
      </dgm:t>
    </dgm:pt>
    <dgm:pt modelId="{EA3F8F98-5B2C-4E87-8D77-35200C648749}" type="parTrans" cxnId="{40956F56-1B0B-4AEF-9F70-BC219D9A6118}">
      <dgm:prSet/>
      <dgm:spPr/>
      <dgm:t>
        <a:bodyPr/>
        <a:lstStyle/>
        <a:p>
          <a:endParaRPr lang="en-US"/>
        </a:p>
      </dgm:t>
    </dgm:pt>
    <dgm:pt modelId="{16BAA321-E2DF-4054-B7D9-D991B9FE420D}" type="sibTrans" cxnId="{40956F56-1B0B-4AEF-9F70-BC219D9A6118}">
      <dgm:prSet/>
      <dgm:spPr/>
      <dgm:t>
        <a:bodyPr/>
        <a:lstStyle/>
        <a:p>
          <a:endParaRPr lang="en-US"/>
        </a:p>
      </dgm:t>
    </dgm:pt>
    <dgm:pt modelId="{FB6A97FE-B599-4804-9778-E0C458BDBC7F}">
      <dgm:prSet phldrT="[Text]"/>
      <dgm:spPr/>
      <dgm:t>
        <a:bodyPr/>
        <a:lstStyle/>
        <a:p>
          <a:r>
            <a:rPr lang="en-US" b="1"/>
            <a:t>Marketing Management</a:t>
          </a:r>
        </a:p>
      </dgm:t>
    </dgm:pt>
    <dgm:pt modelId="{899F9480-281F-4035-80F5-382960AD2AE0}" type="parTrans" cxnId="{B9AA90E5-B2F4-4889-AE18-2FDF41DE9153}">
      <dgm:prSet/>
      <dgm:spPr/>
      <dgm:t>
        <a:bodyPr/>
        <a:lstStyle/>
        <a:p>
          <a:endParaRPr lang="en-US"/>
        </a:p>
      </dgm:t>
    </dgm:pt>
    <dgm:pt modelId="{59175184-FA46-41B5-976D-E7D681C1A782}" type="sibTrans" cxnId="{B9AA90E5-B2F4-4889-AE18-2FDF41DE9153}">
      <dgm:prSet/>
      <dgm:spPr/>
      <dgm:t>
        <a:bodyPr/>
        <a:lstStyle/>
        <a:p>
          <a:endParaRPr lang="en-US"/>
        </a:p>
      </dgm:t>
    </dgm:pt>
    <dgm:pt modelId="{15C09E86-C839-489F-BF4E-0B8FFFBD5C75}">
      <dgm:prSet phldrT="[Text]"/>
      <dgm:spPr/>
      <dgm:t>
        <a:bodyPr/>
        <a:lstStyle/>
        <a:p>
          <a:r>
            <a:rPr lang="en-US" b="1"/>
            <a:t>Personal Assignment Problem</a:t>
          </a:r>
        </a:p>
      </dgm:t>
    </dgm:pt>
    <dgm:pt modelId="{8BFA90A9-2338-46AC-B161-5F25218BE5F2}" type="parTrans" cxnId="{4090B1D4-E9B0-42C0-B72F-C92C3E8D35A9}">
      <dgm:prSet/>
      <dgm:spPr/>
      <dgm:t>
        <a:bodyPr/>
        <a:lstStyle/>
        <a:p>
          <a:endParaRPr lang="en-US"/>
        </a:p>
      </dgm:t>
    </dgm:pt>
    <dgm:pt modelId="{E0AFCE47-F836-4966-93AE-721388916F03}" type="sibTrans" cxnId="{4090B1D4-E9B0-42C0-B72F-C92C3E8D35A9}">
      <dgm:prSet/>
      <dgm:spPr/>
      <dgm:t>
        <a:bodyPr/>
        <a:lstStyle/>
        <a:p>
          <a:endParaRPr lang="en-US"/>
        </a:p>
      </dgm:t>
    </dgm:pt>
    <dgm:pt modelId="{955509E0-2DA8-42C9-AED6-0E7691C2140E}">
      <dgm:prSet phldrT="[Text]"/>
      <dgm:spPr/>
      <dgm:t>
        <a:bodyPr/>
        <a:lstStyle/>
        <a:p>
          <a:endParaRPr lang="en-US"/>
        </a:p>
      </dgm:t>
    </dgm:pt>
    <dgm:pt modelId="{EADD097B-E30E-4E86-81D8-5C31EC0B4616}" type="parTrans" cxnId="{5D39D3FB-967A-440F-AF74-7122880097BA}">
      <dgm:prSet/>
      <dgm:spPr/>
      <dgm:t>
        <a:bodyPr/>
        <a:lstStyle/>
        <a:p>
          <a:endParaRPr lang="en-US"/>
        </a:p>
      </dgm:t>
    </dgm:pt>
    <dgm:pt modelId="{7A9FD4D3-09DC-45DD-9D97-E1476F4BC2F0}" type="sibTrans" cxnId="{5D39D3FB-967A-440F-AF74-7122880097BA}">
      <dgm:prSet/>
      <dgm:spPr/>
      <dgm:t>
        <a:bodyPr/>
        <a:lstStyle/>
        <a:p>
          <a:endParaRPr lang="en-US"/>
        </a:p>
      </dgm:t>
    </dgm:pt>
    <dgm:pt modelId="{1ADDD9ED-5518-4B78-830A-22919E12448B}">
      <dgm:prSet phldrT="[Text]"/>
      <dgm:spPr/>
      <dgm:t>
        <a:bodyPr/>
        <a:lstStyle/>
        <a:p>
          <a:r>
            <a:rPr lang="en-US" b="1"/>
            <a:t>Manpower Management</a:t>
          </a:r>
        </a:p>
      </dgm:t>
    </dgm:pt>
    <dgm:pt modelId="{90C227D6-E309-494B-9561-3409C889ADCD}" type="parTrans" cxnId="{8D578ECD-A553-4D31-B7E9-9588FEF82E45}">
      <dgm:prSet/>
      <dgm:spPr/>
      <dgm:t>
        <a:bodyPr/>
        <a:lstStyle/>
        <a:p>
          <a:endParaRPr lang="en-US"/>
        </a:p>
      </dgm:t>
    </dgm:pt>
    <dgm:pt modelId="{E8D414B9-ACF6-486D-8B32-4C505A7F35C0}" type="sibTrans" cxnId="{8D578ECD-A553-4D31-B7E9-9588FEF82E45}">
      <dgm:prSet/>
      <dgm:spPr/>
      <dgm:t>
        <a:bodyPr/>
        <a:lstStyle/>
        <a:p>
          <a:endParaRPr lang="en-US"/>
        </a:p>
      </dgm:t>
    </dgm:pt>
    <dgm:pt modelId="{A72A1726-E6BA-454A-89F4-403C073388A9}" type="pres">
      <dgm:prSet presAssocID="{6B0287DE-6D5F-42C4-BDF8-BA36A30BFB0F}" presName="Name0" presStyleCnt="0">
        <dgm:presLayoutVars>
          <dgm:chMax val="1"/>
          <dgm:dir/>
          <dgm:animLvl val="ctr"/>
          <dgm:resizeHandles val="exact"/>
        </dgm:presLayoutVars>
      </dgm:prSet>
      <dgm:spPr/>
      <dgm:t>
        <a:bodyPr/>
        <a:lstStyle/>
        <a:p>
          <a:endParaRPr lang="en-US"/>
        </a:p>
      </dgm:t>
    </dgm:pt>
    <dgm:pt modelId="{94DDD570-16C8-4D0F-B43F-C6E403A724E2}" type="pres">
      <dgm:prSet presAssocID="{5493B848-6B9D-4A1B-BC72-83406F921CE7}" presName="centerShape" presStyleLbl="node0" presStyleIdx="0" presStyleCnt="1"/>
      <dgm:spPr/>
      <dgm:t>
        <a:bodyPr/>
        <a:lstStyle/>
        <a:p>
          <a:endParaRPr lang="en-US"/>
        </a:p>
      </dgm:t>
    </dgm:pt>
    <dgm:pt modelId="{CDD8E868-496E-4F3C-B252-87781CEA0DD8}" type="pres">
      <dgm:prSet presAssocID="{A7555857-A15D-4D08-AE02-57490484E951}" presName="node" presStyleLbl="node1" presStyleIdx="0" presStyleCnt="10">
        <dgm:presLayoutVars>
          <dgm:bulletEnabled val="1"/>
        </dgm:presLayoutVars>
      </dgm:prSet>
      <dgm:spPr/>
      <dgm:t>
        <a:bodyPr/>
        <a:lstStyle/>
        <a:p>
          <a:endParaRPr lang="en-US"/>
        </a:p>
      </dgm:t>
    </dgm:pt>
    <dgm:pt modelId="{CE016083-E058-4F4E-BBE8-28F1727F99F9}" type="pres">
      <dgm:prSet presAssocID="{A7555857-A15D-4D08-AE02-57490484E951}" presName="dummy" presStyleCnt="0"/>
      <dgm:spPr/>
    </dgm:pt>
    <dgm:pt modelId="{7619A8F5-7417-4994-8CD6-83009C4543A6}" type="pres">
      <dgm:prSet presAssocID="{33768996-9D37-4EA9-B58B-2BABA4DFBB93}" presName="sibTrans" presStyleLbl="sibTrans2D1" presStyleIdx="0" presStyleCnt="10"/>
      <dgm:spPr/>
      <dgm:t>
        <a:bodyPr/>
        <a:lstStyle/>
        <a:p>
          <a:endParaRPr lang="en-US"/>
        </a:p>
      </dgm:t>
    </dgm:pt>
    <dgm:pt modelId="{8CE41F7B-6E86-4E44-81AA-8410678B9DEE}" type="pres">
      <dgm:prSet presAssocID="{05AC76A6-B7E1-4F46-9990-2AC3EA18840E}" presName="node" presStyleLbl="node1" presStyleIdx="1" presStyleCnt="10">
        <dgm:presLayoutVars>
          <dgm:bulletEnabled val="1"/>
        </dgm:presLayoutVars>
      </dgm:prSet>
      <dgm:spPr/>
      <dgm:t>
        <a:bodyPr/>
        <a:lstStyle/>
        <a:p>
          <a:endParaRPr lang="en-US"/>
        </a:p>
      </dgm:t>
    </dgm:pt>
    <dgm:pt modelId="{DD008CF4-036A-4649-911A-A2063EEFA9FC}" type="pres">
      <dgm:prSet presAssocID="{05AC76A6-B7E1-4F46-9990-2AC3EA18840E}" presName="dummy" presStyleCnt="0"/>
      <dgm:spPr/>
    </dgm:pt>
    <dgm:pt modelId="{4903CA5E-C70F-4C75-90DA-668B13FD5902}" type="pres">
      <dgm:prSet presAssocID="{9A4F7E0C-A91A-4B3E-B348-3D0D219C36E7}" presName="sibTrans" presStyleLbl="sibTrans2D1" presStyleIdx="1" presStyleCnt="10"/>
      <dgm:spPr/>
      <dgm:t>
        <a:bodyPr/>
        <a:lstStyle/>
        <a:p>
          <a:endParaRPr lang="en-US"/>
        </a:p>
      </dgm:t>
    </dgm:pt>
    <dgm:pt modelId="{188AF4E3-0C7B-462E-9210-311BCE7B99C0}" type="pres">
      <dgm:prSet presAssocID="{30E60590-1D16-469C-9F9C-D5206999816E}" presName="node" presStyleLbl="node1" presStyleIdx="2" presStyleCnt="10">
        <dgm:presLayoutVars>
          <dgm:bulletEnabled val="1"/>
        </dgm:presLayoutVars>
      </dgm:prSet>
      <dgm:spPr/>
      <dgm:t>
        <a:bodyPr/>
        <a:lstStyle/>
        <a:p>
          <a:endParaRPr lang="en-US"/>
        </a:p>
      </dgm:t>
    </dgm:pt>
    <dgm:pt modelId="{460EACCE-3CE2-4D5B-94B2-046C232E0920}" type="pres">
      <dgm:prSet presAssocID="{30E60590-1D16-469C-9F9C-D5206999816E}" presName="dummy" presStyleCnt="0"/>
      <dgm:spPr/>
    </dgm:pt>
    <dgm:pt modelId="{401BF589-BF95-4D02-8F5D-AF49AE18C8C6}" type="pres">
      <dgm:prSet presAssocID="{1899F02F-644B-4264-BF0E-03DA0306CB15}" presName="sibTrans" presStyleLbl="sibTrans2D1" presStyleIdx="2" presStyleCnt="10"/>
      <dgm:spPr/>
      <dgm:t>
        <a:bodyPr/>
        <a:lstStyle/>
        <a:p>
          <a:endParaRPr lang="en-US"/>
        </a:p>
      </dgm:t>
    </dgm:pt>
    <dgm:pt modelId="{86297B22-3C22-43B8-A097-68869014AC88}" type="pres">
      <dgm:prSet presAssocID="{1ADDD9ED-5518-4B78-830A-22919E12448B}" presName="node" presStyleLbl="node1" presStyleIdx="3" presStyleCnt="10">
        <dgm:presLayoutVars>
          <dgm:bulletEnabled val="1"/>
        </dgm:presLayoutVars>
      </dgm:prSet>
      <dgm:spPr/>
      <dgm:t>
        <a:bodyPr/>
        <a:lstStyle/>
        <a:p>
          <a:endParaRPr lang="en-US"/>
        </a:p>
      </dgm:t>
    </dgm:pt>
    <dgm:pt modelId="{35B065F7-5A90-45FB-A7F7-801E87D88A0F}" type="pres">
      <dgm:prSet presAssocID="{1ADDD9ED-5518-4B78-830A-22919E12448B}" presName="dummy" presStyleCnt="0"/>
      <dgm:spPr/>
    </dgm:pt>
    <dgm:pt modelId="{4A180D68-83C9-4330-8860-08E401FD723C}" type="pres">
      <dgm:prSet presAssocID="{E8D414B9-ACF6-486D-8B32-4C505A7F35C0}" presName="sibTrans" presStyleLbl="sibTrans2D1" presStyleIdx="3" presStyleCnt="10"/>
      <dgm:spPr/>
      <dgm:t>
        <a:bodyPr/>
        <a:lstStyle/>
        <a:p>
          <a:endParaRPr lang="en-US"/>
        </a:p>
      </dgm:t>
    </dgm:pt>
    <dgm:pt modelId="{23481887-E8E2-40A9-9BED-842F2181E413}" type="pres">
      <dgm:prSet presAssocID="{D3152A2D-D0DF-49CF-80F5-F49B89556E4B}" presName="node" presStyleLbl="node1" presStyleIdx="4" presStyleCnt="10">
        <dgm:presLayoutVars>
          <dgm:bulletEnabled val="1"/>
        </dgm:presLayoutVars>
      </dgm:prSet>
      <dgm:spPr/>
      <dgm:t>
        <a:bodyPr/>
        <a:lstStyle/>
        <a:p>
          <a:endParaRPr lang="en-US"/>
        </a:p>
      </dgm:t>
    </dgm:pt>
    <dgm:pt modelId="{AE0D9B2E-4591-4ACD-A640-813E5EC07D3A}" type="pres">
      <dgm:prSet presAssocID="{D3152A2D-D0DF-49CF-80F5-F49B89556E4B}" presName="dummy" presStyleCnt="0"/>
      <dgm:spPr/>
    </dgm:pt>
    <dgm:pt modelId="{EF48CCAB-FEA3-4AB6-B9D0-A5257C9F0482}" type="pres">
      <dgm:prSet presAssocID="{A832D9F4-1230-411B-99F7-100AF9A86E3E}" presName="sibTrans" presStyleLbl="sibTrans2D1" presStyleIdx="4" presStyleCnt="10"/>
      <dgm:spPr/>
      <dgm:t>
        <a:bodyPr/>
        <a:lstStyle/>
        <a:p>
          <a:endParaRPr lang="en-US"/>
        </a:p>
      </dgm:t>
    </dgm:pt>
    <dgm:pt modelId="{F033CF59-CEB2-49C8-842A-8D2626E4197F}" type="pres">
      <dgm:prSet presAssocID="{57317519-ACF1-4D4C-AC70-D038D7D3F64D}" presName="node" presStyleLbl="node1" presStyleIdx="5" presStyleCnt="10">
        <dgm:presLayoutVars>
          <dgm:bulletEnabled val="1"/>
        </dgm:presLayoutVars>
      </dgm:prSet>
      <dgm:spPr/>
      <dgm:t>
        <a:bodyPr/>
        <a:lstStyle/>
        <a:p>
          <a:endParaRPr lang="en-US"/>
        </a:p>
      </dgm:t>
    </dgm:pt>
    <dgm:pt modelId="{D41763D5-7D89-49F9-A6C0-5666547EF70D}" type="pres">
      <dgm:prSet presAssocID="{57317519-ACF1-4D4C-AC70-D038D7D3F64D}" presName="dummy" presStyleCnt="0"/>
      <dgm:spPr/>
    </dgm:pt>
    <dgm:pt modelId="{C965FA12-A066-425F-BC1A-D3CA2704DE12}" type="pres">
      <dgm:prSet presAssocID="{26E4EB00-DAF3-487A-A06B-5CCDCB115165}" presName="sibTrans" presStyleLbl="sibTrans2D1" presStyleIdx="5" presStyleCnt="10"/>
      <dgm:spPr/>
      <dgm:t>
        <a:bodyPr/>
        <a:lstStyle/>
        <a:p>
          <a:endParaRPr lang="en-US"/>
        </a:p>
      </dgm:t>
    </dgm:pt>
    <dgm:pt modelId="{C416AB3D-E572-4543-9B6A-1AC414BA1860}" type="pres">
      <dgm:prSet presAssocID="{673EC66D-6B21-4568-AC88-5EE224EBEF04}" presName="node" presStyleLbl="node1" presStyleIdx="6" presStyleCnt="10">
        <dgm:presLayoutVars>
          <dgm:bulletEnabled val="1"/>
        </dgm:presLayoutVars>
      </dgm:prSet>
      <dgm:spPr/>
      <dgm:t>
        <a:bodyPr/>
        <a:lstStyle/>
        <a:p>
          <a:endParaRPr lang="en-US"/>
        </a:p>
      </dgm:t>
    </dgm:pt>
    <dgm:pt modelId="{3C077F18-63D2-4065-B416-2A9BDB14704C}" type="pres">
      <dgm:prSet presAssocID="{673EC66D-6B21-4568-AC88-5EE224EBEF04}" presName="dummy" presStyleCnt="0"/>
      <dgm:spPr/>
    </dgm:pt>
    <dgm:pt modelId="{6190394D-95C6-4FE9-A9B6-3279254C3D42}" type="pres">
      <dgm:prSet presAssocID="{AD4E3743-7B67-4BE8-B605-2E446FA481F9}" presName="sibTrans" presStyleLbl="sibTrans2D1" presStyleIdx="6" presStyleCnt="10"/>
      <dgm:spPr/>
      <dgm:t>
        <a:bodyPr/>
        <a:lstStyle/>
        <a:p>
          <a:endParaRPr lang="en-US"/>
        </a:p>
      </dgm:t>
    </dgm:pt>
    <dgm:pt modelId="{75195A9D-A9D0-4815-A874-62F1B668237F}" type="pres">
      <dgm:prSet presAssocID="{134CC2E8-A433-4C92-98F0-C1F3178F4857}" presName="node" presStyleLbl="node1" presStyleIdx="7" presStyleCnt="10">
        <dgm:presLayoutVars>
          <dgm:bulletEnabled val="1"/>
        </dgm:presLayoutVars>
      </dgm:prSet>
      <dgm:spPr/>
      <dgm:t>
        <a:bodyPr/>
        <a:lstStyle/>
        <a:p>
          <a:endParaRPr lang="en-US"/>
        </a:p>
      </dgm:t>
    </dgm:pt>
    <dgm:pt modelId="{AF9C7D4B-F571-453A-8F75-CB4E17AAA6DA}" type="pres">
      <dgm:prSet presAssocID="{134CC2E8-A433-4C92-98F0-C1F3178F4857}" presName="dummy" presStyleCnt="0"/>
      <dgm:spPr/>
    </dgm:pt>
    <dgm:pt modelId="{F0B5DE13-A83A-4E34-B9BD-CE8EF7645B7F}" type="pres">
      <dgm:prSet presAssocID="{16BAA321-E2DF-4054-B7D9-D991B9FE420D}" presName="sibTrans" presStyleLbl="sibTrans2D1" presStyleIdx="7" presStyleCnt="10"/>
      <dgm:spPr/>
      <dgm:t>
        <a:bodyPr/>
        <a:lstStyle/>
        <a:p>
          <a:endParaRPr lang="en-US"/>
        </a:p>
      </dgm:t>
    </dgm:pt>
    <dgm:pt modelId="{D53D8123-56CE-4EBD-AF21-6867D70D18C8}" type="pres">
      <dgm:prSet presAssocID="{FB6A97FE-B599-4804-9778-E0C458BDBC7F}" presName="node" presStyleLbl="node1" presStyleIdx="8" presStyleCnt="10">
        <dgm:presLayoutVars>
          <dgm:bulletEnabled val="1"/>
        </dgm:presLayoutVars>
      </dgm:prSet>
      <dgm:spPr/>
      <dgm:t>
        <a:bodyPr/>
        <a:lstStyle/>
        <a:p>
          <a:endParaRPr lang="en-US"/>
        </a:p>
      </dgm:t>
    </dgm:pt>
    <dgm:pt modelId="{18FCC5F6-7213-4838-8C7E-37FF34041347}" type="pres">
      <dgm:prSet presAssocID="{FB6A97FE-B599-4804-9778-E0C458BDBC7F}" presName="dummy" presStyleCnt="0"/>
      <dgm:spPr/>
    </dgm:pt>
    <dgm:pt modelId="{7A409307-445F-477E-BCB1-27762FC649D3}" type="pres">
      <dgm:prSet presAssocID="{59175184-FA46-41B5-976D-E7D681C1A782}" presName="sibTrans" presStyleLbl="sibTrans2D1" presStyleIdx="8" presStyleCnt="10"/>
      <dgm:spPr/>
      <dgm:t>
        <a:bodyPr/>
        <a:lstStyle/>
        <a:p>
          <a:endParaRPr lang="en-US"/>
        </a:p>
      </dgm:t>
    </dgm:pt>
    <dgm:pt modelId="{E1E57E12-59BA-4EBF-9D37-24C743034B8B}" type="pres">
      <dgm:prSet presAssocID="{15C09E86-C839-489F-BF4E-0B8FFFBD5C75}" presName="node" presStyleLbl="node1" presStyleIdx="9" presStyleCnt="10">
        <dgm:presLayoutVars>
          <dgm:bulletEnabled val="1"/>
        </dgm:presLayoutVars>
      </dgm:prSet>
      <dgm:spPr/>
      <dgm:t>
        <a:bodyPr/>
        <a:lstStyle/>
        <a:p>
          <a:endParaRPr lang="en-US"/>
        </a:p>
      </dgm:t>
    </dgm:pt>
    <dgm:pt modelId="{06BD4D26-2141-480E-BEC6-0E446407CBF6}" type="pres">
      <dgm:prSet presAssocID="{15C09E86-C839-489F-BF4E-0B8FFFBD5C75}" presName="dummy" presStyleCnt="0"/>
      <dgm:spPr/>
    </dgm:pt>
    <dgm:pt modelId="{465D2131-3191-4553-A9F8-3FACE4126E11}" type="pres">
      <dgm:prSet presAssocID="{E0AFCE47-F836-4966-93AE-721388916F03}" presName="sibTrans" presStyleLbl="sibTrans2D1" presStyleIdx="9" presStyleCnt="10"/>
      <dgm:spPr/>
      <dgm:t>
        <a:bodyPr/>
        <a:lstStyle/>
        <a:p>
          <a:endParaRPr lang="en-US"/>
        </a:p>
      </dgm:t>
    </dgm:pt>
  </dgm:ptLst>
  <dgm:cxnLst>
    <dgm:cxn modelId="{C1838E22-C8D4-49F6-A703-B9761D7C7BD2}" srcId="{5493B848-6B9D-4A1B-BC72-83406F921CE7}" destId="{673EC66D-6B21-4568-AC88-5EE224EBEF04}" srcOrd="6" destOrd="0" parTransId="{C54BA183-6BF6-4DB3-A717-D8B932D436A7}" sibTransId="{AD4E3743-7B67-4BE8-B605-2E446FA481F9}"/>
    <dgm:cxn modelId="{C455B04E-2635-421A-88DA-C19096BE9BC9}" type="presOf" srcId="{E0AFCE47-F836-4966-93AE-721388916F03}" destId="{465D2131-3191-4553-A9F8-3FACE4126E11}" srcOrd="0" destOrd="0" presId="urn:microsoft.com/office/officeart/2005/8/layout/radial6#2"/>
    <dgm:cxn modelId="{874609EB-C38C-4DBD-B1AD-4233C6E26F9A}" type="presOf" srcId="{D3152A2D-D0DF-49CF-80F5-F49B89556E4B}" destId="{23481887-E8E2-40A9-9BED-842F2181E413}" srcOrd="0" destOrd="0" presId="urn:microsoft.com/office/officeart/2005/8/layout/radial6#2"/>
    <dgm:cxn modelId="{B56B3C44-F3FC-40BD-90FF-FD713C99A15C}" type="presOf" srcId="{16BAA321-E2DF-4054-B7D9-D991B9FE420D}" destId="{F0B5DE13-A83A-4E34-B9BD-CE8EF7645B7F}" srcOrd="0" destOrd="0" presId="urn:microsoft.com/office/officeart/2005/8/layout/radial6#2"/>
    <dgm:cxn modelId="{5722887B-E226-4625-ACF2-927DF031A9F7}" type="presOf" srcId="{26E4EB00-DAF3-487A-A06B-5CCDCB115165}" destId="{C965FA12-A066-425F-BC1A-D3CA2704DE12}" srcOrd="0" destOrd="0" presId="urn:microsoft.com/office/officeart/2005/8/layout/radial6#2"/>
    <dgm:cxn modelId="{64C03DE6-9543-44A6-8CDE-E37308E2F212}" srcId="{6B0287DE-6D5F-42C4-BDF8-BA36A30BFB0F}" destId="{FE1B0908-9D10-47C1-9B47-6654097A0400}" srcOrd="2" destOrd="0" parTransId="{497638FD-B75D-4F00-A8E6-9FD439BE66D6}" sibTransId="{887F8CFA-1696-4AAD-93AB-50746240E983}"/>
    <dgm:cxn modelId="{608DD4EB-8746-4D66-987A-C444773EB736}" type="presOf" srcId="{E8D414B9-ACF6-486D-8B32-4C505A7F35C0}" destId="{4A180D68-83C9-4330-8860-08E401FD723C}" srcOrd="0" destOrd="0" presId="urn:microsoft.com/office/officeart/2005/8/layout/radial6#2"/>
    <dgm:cxn modelId="{819E3D25-1FA6-47AD-8518-67EAF5C99D3E}" type="presOf" srcId="{5493B848-6B9D-4A1B-BC72-83406F921CE7}" destId="{94DDD570-16C8-4D0F-B43F-C6E403A724E2}" srcOrd="0" destOrd="0" presId="urn:microsoft.com/office/officeart/2005/8/layout/radial6#2"/>
    <dgm:cxn modelId="{1A87543E-BB82-4E9D-A075-93C2F4C0A867}" srcId="{5493B848-6B9D-4A1B-BC72-83406F921CE7}" destId="{57317519-ACF1-4D4C-AC70-D038D7D3F64D}" srcOrd="5" destOrd="0" parTransId="{7928518F-F822-4C6E-9902-52AF2D886C1A}" sibTransId="{26E4EB00-DAF3-487A-A06B-5CCDCB115165}"/>
    <dgm:cxn modelId="{8D578ECD-A553-4D31-B7E9-9588FEF82E45}" srcId="{5493B848-6B9D-4A1B-BC72-83406F921CE7}" destId="{1ADDD9ED-5518-4B78-830A-22919E12448B}" srcOrd="3" destOrd="0" parTransId="{90C227D6-E309-494B-9561-3409C889ADCD}" sibTransId="{E8D414B9-ACF6-486D-8B32-4C505A7F35C0}"/>
    <dgm:cxn modelId="{31AB103B-2BEA-4F9D-8A5A-9AB48736E92A}" type="presOf" srcId="{A832D9F4-1230-411B-99F7-100AF9A86E3E}" destId="{EF48CCAB-FEA3-4AB6-B9D0-A5257C9F0482}" srcOrd="0" destOrd="0" presId="urn:microsoft.com/office/officeart/2005/8/layout/radial6#2"/>
    <dgm:cxn modelId="{BFD6E787-938B-47DF-A445-25A25DCF0B9B}" type="presOf" srcId="{9A4F7E0C-A91A-4B3E-B348-3D0D219C36E7}" destId="{4903CA5E-C70F-4C75-90DA-668B13FD5902}" srcOrd="0" destOrd="0" presId="urn:microsoft.com/office/officeart/2005/8/layout/radial6#2"/>
    <dgm:cxn modelId="{40956F56-1B0B-4AEF-9F70-BC219D9A6118}" srcId="{5493B848-6B9D-4A1B-BC72-83406F921CE7}" destId="{134CC2E8-A433-4C92-98F0-C1F3178F4857}" srcOrd="7" destOrd="0" parTransId="{EA3F8F98-5B2C-4E87-8D77-35200C648749}" sibTransId="{16BAA321-E2DF-4054-B7D9-D991B9FE420D}"/>
    <dgm:cxn modelId="{F8EFBD86-E311-4DEB-A65F-EEAF4A91AE18}" type="presOf" srcId="{6B0287DE-6D5F-42C4-BDF8-BA36A30BFB0F}" destId="{A72A1726-E6BA-454A-89F4-403C073388A9}" srcOrd="0" destOrd="0" presId="urn:microsoft.com/office/officeart/2005/8/layout/radial6#2"/>
    <dgm:cxn modelId="{20520AE6-65D4-4414-9B87-13C47DAD24D0}" type="presOf" srcId="{1899F02F-644B-4264-BF0E-03DA0306CB15}" destId="{401BF589-BF95-4D02-8F5D-AF49AE18C8C6}" srcOrd="0" destOrd="0" presId="urn:microsoft.com/office/officeart/2005/8/layout/radial6#2"/>
    <dgm:cxn modelId="{421238BB-485F-4ACC-87BE-0D38DDEE8F6C}" type="presOf" srcId="{673EC66D-6B21-4568-AC88-5EE224EBEF04}" destId="{C416AB3D-E572-4543-9B6A-1AC414BA1860}" srcOrd="0" destOrd="0" presId="urn:microsoft.com/office/officeart/2005/8/layout/radial6#2"/>
    <dgm:cxn modelId="{448A730F-47DD-419B-B1FD-FD5D7BA8AD41}" srcId="{5493B848-6B9D-4A1B-BC72-83406F921CE7}" destId="{A7555857-A15D-4D08-AE02-57490484E951}" srcOrd="0" destOrd="0" parTransId="{3E318A48-3C6C-41E1-ACFE-B021A65F2527}" sibTransId="{33768996-9D37-4EA9-B58B-2BABA4DFBB93}"/>
    <dgm:cxn modelId="{583694D2-B787-4671-8F2E-3D18F2060596}" type="presOf" srcId="{134CC2E8-A433-4C92-98F0-C1F3178F4857}" destId="{75195A9D-A9D0-4815-A874-62F1B668237F}" srcOrd="0" destOrd="0" presId="urn:microsoft.com/office/officeart/2005/8/layout/radial6#2"/>
    <dgm:cxn modelId="{F9697933-DFA5-49D6-B8C1-C78B33C565E4}" srcId="{5493B848-6B9D-4A1B-BC72-83406F921CE7}" destId="{D3152A2D-D0DF-49CF-80F5-F49B89556E4B}" srcOrd="4" destOrd="0" parTransId="{D94B381D-31F1-4267-BE01-87139D5022F5}" sibTransId="{A832D9F4-1230-411B-99F7-100AF9A86E3E}"/>
    <dgm:cxn modelId="{7B3B5B8A-4E2F-4557-B1D5-6DEDF041C979}" type="presOf" srcId="{15C09E86-C839-489F-BF4E-0B8FFFBD5C75}" destId="{E1E57E12-59BA-4EBF-9D37-24C743034B8B}" srcOrd="0" destOrd="0" presId="urn:microsoft.com/office/officeart/2005/8/layout/radial6#2"/>
    <dgm:cxn modelId="{BDDC9E87-ED7C-49B6-9A66-6F11ECA51164}" type="presOf" srcId="{30E60590-1D16-469C-9F9C-D5206999816E}" destId="{188AF4E3-0C7B-462E-9210-311BCE7B99C0}" srcOrd="0" destOrd="0" presId="urn:microsoft.com/office/officeart/2005/8/layout/radial6#2"/>
    <dgm:cxn modelId="{B62C3A3E-2DAE-48F3-8B52-553C552B0737}" type="presOf" srcId="{59175184-FA46-41B5-976D-E7D681C1A782}" destId="{7A409307-445F-477E-BCB1-27762FC649D3}" srcOrd="0" destOrd="0" presId="urn:microsoft.com/office/officeart/2005/8/layout/radial6#2"/>
    <dgm:cxn modelId="{B9AA90E5-B2F4-4889-AE18-2FDF41DE9153}" srcId="{5493B848-6B9D-4A1B-BC72-83406F921CE7}" destId="{FB6A97FE-B599-4804-9778-E0C458BDBC7F}" srcOrd="8" destOrd="0" parTransId="{899F9480-281F-4035-80F5-382960AD2AE0}" sibTransId="{59175184-FA46-41B5-976D-E7D681C1A782}"/>
    <dgm:cxn modelId="{3CB1D6F0-CCF7-457B-93CF-52DDAB38D12B}" srcId="{5493B848-6B9D-4A1B-BC72-83406F921CE7}" destId="{30E60590-1D16-469C-9F9C-D5206999816E}" srcOrd="2" destOrd="0" parTransId="{2B779428-1DFA-4EF1-AD84-D3DC13BD87A3}" sibTransId="{1899F02F-644B-4264-BF0E-03DA0306CB15}"/>
    <dgm:cxn modelId="{C9C0C5CE-FE4C-428F-8958-75C21B5C26A2}" type="presOf" srcId="{1ADDD9ED-5518-4B78-830A-22919E12448B}" destId="{86297B22-3C22-43B8-A097-68869014AC88}" srcOrd="0" destOrd="0" presId="urn:microsoft.com/office/officeart/2005/8/layout/radial6#2"/>
    <dgm:cxn modelId="{7AA137C0-D305-4917-AE20-C14A110A5CDD}" type="presOf" srcId="{AD4E3743-7B67-4BE8-B605-2E446FA481F9}" destId="{6190394D-95C6-4FE9-A9B6-3279254C3D42}" srcOrd="0" destOrd="0" presId="urn:microsoft.com/office/officeart/2005/8/layout/radial6#2"/>
    <dgm:cxn modelId="{441716C0-39F9-4AF3-A3CF-805A06A497B7}" type="presOf" srcId="{A7555857-A15D-4D08-AE02-57490484E951}" destId="{CDD8E868-496E-4F3C-B252-87781CEA0DD8}" srcOrd="0" destOrd="0" presId="urn:microsoft.com/office/officeart/2005/8/layout/radial6#2"/>
    <dgm:cxn modelId="{0F4F7791-5F44-419F-93E3-642D4B49265A}" type="presOf" srcId="{57317519-ACF1-4D4C-AC70-D038D7D3F64D}" destId="{F033CF59-CEB2-49C8-842A-8D2626E4197F}" srcOrd="0" destOrd="0" presId="urn:microsoft.com/office/officeart/2005/8/layout/radial6#2"/>
    <dgm:cxn modelId="{FD1251E7-9AED-4EE9-8439-E3531220BA52}" type="presOf" srcId="{33768996-9D37-4EA9-B58B-2BABA4DFBB93}" destId="{7619A8F5-7417-4994-8CD6-83009C4543A6}" srcOrd="0" destOrd="0" presId="urn:microsoft.com/office/officeart/2005/8/layout/radial6#2"/>
    <dgm:cxn modelId="{94DB0DFC-A6B1-4197-9A5F-17578C83EC31}" type="presOf" srcId="{FB6A97FE-B599-4804-9778-E0C458BDBC7F}" destId="{D53D8123-56CE-4EBD-AF21-6867D70D18C8}" srcOrd="0" destOrd="0" presId="urn:microsoft.com/office/officeart/2005/8/layout/radial6#2"/>
    <dgm:cxn modelId="{B7813BD1-F35D-4E8C-A851-B175028F015E}" srcId="{5493B848-6B9D-4A1B-BC72-83406F921CE7}" destId="{05AC76A6-B7E1-4F46-9990-2AC3EA18840E}" srcOrd="1" destOrd="0" parTransId="{AB1E9DBB-354F-476B-9717-9EC68755B813}" sibTransId="{9A4F7E0C-A91A-4B3E-B348-3D0D219C36E7}"/>
    <dgm:cxn modelId="{5D39D3FB-967A-440F-AF74-7122880097BA}" srcId="{6B0287DE-6D5F-42C4-BDF8-BA36A30BFB0F}" destId="{955509E0-2DA8-42C9-AED6-0E7691C2140E}" srcOrd="1" destOrd="0" parTransId="{EADD097B-E30E-4E86-81D8-5C31EC0B4616}" sibTransId="{7A9FD4D3-09DC-45DD-9D97-E1476F4BC2F0}"/>
    <dgm:cxn modelId="{4090B1D4-E9B0-42C0-B72F-C92C3E8D35A9}" srcId="{5493B848-6B9D-4A1B-BC72-83406F921CE7}" destId="{15C09E86-C839-489F-BF4E-0B8FFFBD5C75}" srcOrd="9" destOrd="0" parTransId="{8BFA90A9-2338-46AC-B161-5F25218BE5F2}" sibTransId="{E0AFCE47-F836-4966-93AE-721388916F03}"/>
    <dgm:cxn modelId="{61CD6A45-BE08-4BD9-B360-462E9258106A}" type="presOf" srcId="{05AC76A6-B7E1-4F46-9990-2AC3EA18840E}" destId="{8CE41F7B-6E86-4E44-81AA-8410678B9DEE}" srcOrd="0" destOrd="0" presId="urn:microsoft.com/office/officeart/2005/8/layout/radial6#2"/>
    <dgm:cxn modelId="{34A7C270-1C9C-486C-BEAC-3180A9F3CD5A}" srcId="{6B0287DE-6D5F-42C4-BDF8-BA36A30BFB0F}" destId="{5493B848-6B9D-4A1B-BC72-83406F921CE7}" srcOrd="0" destOrd="0" parTransId="{809399E7-C485-4DF0-9059-EF5AEA8DC42A}" sibTransId="{8606A0EC-AD42-4394-AD13-D0DA70C99C16}"/>
    <dgm:cxn modelId="{0D35BEE2-F7E2-4F60-9CBF-38BEC5BB4B8F}" type="presParOf" srcId="{A72A1726-E6BA-454A-89F4-403C073388A9}" destId="{94DDD570-16C8-4D0F-B43F-C6E403A724E2}" srcOrd="0" destOrd="0" presId="urn:microsoft.com/office/officeart/2005/8/layout/radial6#2"/>
    <dgm:cxn modelId="{70C16AA7-1282-4720-A14B-F12C301086AB}" type="presParOf" srcId="{A72A1726-E6BA-454A-89F4-403C073388A9}" destId="{CDD8E868-496E-4F3C-B252-87781CEA0DD8}" srcOrd="1" destOrd="0" presId="urn:microsoft.com/office/officeart/2005/8/layout/radial6#2"/>
    <dgm:cxn modelId="{3242782E-89BF-42B3-ADAE-55E82526895D}" type="presParOf" srcId="{A72A1726-E6BA-454A-89F4-403C073388A9}" destId="{CE016083-E058-4F4E-BBE8-28F1727F99F9}" srcOrd="2" destOrd="0" presId="urn:microsoft.com/office/officeart/2005/8/layout/radial6#2"/>
    <dgm:cxn modelId="{C0B1F1F6-B67D-4D2F-8C35-8DD9C399BF2D}" type="presParOf" srcId="{A72A1726-E6BA-454A-89F4-403C073388A9}" destId="{7619A8F5-7417-4994-8CD6-83009C4543A6}" srcOrd="3" destOrd="0" presId="urn:microsoft.com/office/officeart/2005/8/layout/radial6#2"/>
    <dgm:cxn modelId="{41509173-CEB7-4D0E-9B57-9F6FE7277CAD}" type="presParOf" srcId="{A72A1726-E6BA-454A-89F4-403C073388A9}" destId="{8CE41F7B-6E86-4E44-81AA-8410678B9DEE}" srcOrd="4" destOrd="0" presId="urn:microsoft.com/office/officeart/2005/8/layout/radial6#2"/>
    <dgm:cxn modelId="{339B159E-5663-4F92-9A38-382358ADA171}" type="presParOf" srcId="{A72A1726-E6BA-454A-89F4-403C073388A9}" destId="{DD008CF4-036A-4649-911A-A2063EEFA9FC}" srcOrd="5" destOrd="0" presId="urn:microsoft.com/office/officeart/2005/8/layout/radial6#2"/>
    <dgm:cxn modelId="{34A99D68-31FB-4B0A-B485-77B1A45EC39D}" type="presParOf" srcId="{A72A1726-E6BA-454A-89F4-403C073388A9}" destId="{4903CA5E-C70F-4C75-90DA-668B13FD5902}" srcOrd="6" destOrd="0" presId="urn:microsoft.com/office/officeart/2005/8/layout/radial6#2"/>
    <dgm:cxn modelId="{0F73BE1F-4C6F-4537-B046-989118DDC625}" type="presParOf" srcId="{A72A1726-E6BA-454A-89F4-403C073388A9}" destId="{188AF4E3-0C7B-462E-9210-311BCE7B99C0}" srcOrd="7" destOrd="0" presId="urn:microsoft.com/office/officeart/2005/8/layout/radial6#2"/>
    <dgm:cxn modelId="{8675010C-5395-45C8-9BBA-36754D8648AB}" type="presParOf" srcId="{A72A1726-E6BA-454A-89F4-403C073388A9}" destId="{460EACCE-3CE2-4D5B-94B2-046C232E0920}" srcOrd="8" destOrd="0" presId="urn:microsoft.com/office/officeart/2005/8/layout/radial6#2"/>
    <dgm:cxn modelId="{7B952188-4B75-4890-9740-57846CCE21A9}" type="presParOf" srcId="{A72A1726-E6BA-454A-89F4-403C073388A9}" destId="{401BF589-BF95-4D02-8F5D-AF49AE18C8C6}" srcOrd="9" destOrd="0" presId="urn:microsoft.com/office/officeart/2005/8/layout/radial6#2"/>
    <dgm:cxn modelId="{631C0722-0C84-46FE-B703-3C7F48EBD551}" type="presParOf" srcId="{A72A1726-E6BA-454A-89F4-403C073388A9}" destId="{86297B22-3C22-43B8-A097-68869014AC88}" srcOrd="10" destOrd="0" presId="urn:microsoft.com/office/officeart/2005/8/layout/radial6#2"/>
    <dgm:cxn modelId="{E1D9022E-94C4-4CF5-906E-C593C32AB9F5}" type="presParOf" srcId="{A72A1726-E6BA-454A-89F4-403C073388A9}" destId="{35B065F7-5A90-45FB-A7F7-801E87D88A0F}" srcOrd="11" destOrd="0" presId="urn:microsoft.com/office/officeart/2005/8/layout/radial6#2"/>
    <dgm:cxn modelId="{B85D6993-7FB5-4338-B24F-6F18C0207091}" type="presParOf" srcId="{A72A1726-E6BA-454A-89F4-403C073388A9}" destId="{4A180D68-83C9-4330-8860-08E401FD723C}" srcOrd="12" destOrd="0" presId="urn:microsoft.com/office/officeart/2005/8/layout/radial6#2"/>
    <dgm:cxn modelId="{F897DC07-3E6E-46D5-B008-E619296A8737}" type="presParOf" srcId="{A72A1726-E6BA-454A-89F4-403C073388A9}" destId="{23481887-E8E2-40A9-9BED-842F2181E413}" srcOrd="13" destOrd="0" presId="urn:microsoft.com/office/officeart/2005/8/layout/radial6#2"/>
    <dgm:cxn modelId="{48C62274-E276-4928-B4C7-1A24EED52ACF}" type="presParOf" srcId="{A72A1726-E6BA-454A-89F4-403C073388A9}" destId="{AE0D9B2E-4591-4ACD-A640-813E5EC07D3A}" srcOrd="14" destOrd="0" presId="urn:microsoft.com/office/officeart/2005/8/layout/radial6#2"/>
    <dgm:cxn modelId="{D579AAD8-B590-41C6-B59E-23F2FA665E1C}" type="presParOf" srcId="{A72A1726-E6BA-454A-89F4-403C073388A9}" destId="{EF48CCAB-FEA3-4AB6-B9D0-A5257C9F0482}" srcOrd="15" destOrd="0" presId="urn:microsoft.com/office/officeart/2005/8/layout/radial6#2"/>
    <dgm:cxn modelId="{0ABCA709-9408-47CB-8819-8095B2A3BD0F}" type="presParOf" srcId="{A72A1726-E6BA-454A-89F4-403C073388A9}" destId="{F033CF59-CEB2-49C8-842A-8D2626E4197F}" srcOrd="16" destOrd="0" presId="urn:microsoft.com/office/officeart/2005/8/layout/radial6#2"/>
    <dgm:cxn modelId="{E5C74FA8-C84F-45E4-8C92-1E2FCA1A071C}" type="presParOf" srcId="{A72A1726-E6BA-454A-89F4-403C073388A9}" destId="{D41763D5-7D89-49F9-A6C0-5666547EF70D}" srcOrd="17" destOrd="0" presId="urn:microsoft.com/office/officeart/2005/8/layout/radial6#2"/>
    <dgm:cxn modelId="{2694E962-0237-4139-90F7-81E5AF5F0274}" type="presParOf" srcId="{A72A1726-E6BA-454A-89F4-403C073388A9}" destId="{C965FA12-A066-425F-BC1A-D3CA2704DE12}" srcOrd="18" destOrd="0" presId="urn:microsoft.com/office/officeart/2005/8/layout/radial6#2"/>
    <dgm:cxn modelId="{7274FACD-2013-4F54-B5CF-92AED02846E2}" type="presParOf" srcId="{A72A1726-E6BA-454A-89F4-403C073388A9}" destId="{C416AB3D-E572-4543-9B6A-1AC414BA1860}" srcOrd="19" destOrd="0" presId="urn:microsoft.com/office/officeart/2005/8/layout/radial6#2"/>
    <dgm:cxn modelId="{0356E96A-DF04-4FA5-A477-5BDB2BF3064A}" type="presParOf" srcId="{A72A1726-E6BA-454A-89F4-403C073388A9}" destId="{3C077F18-63D2-4065-B416-2A9BDB14704C}" srcOrd="20" destOrd="0" presId="urn:microsoft.com/office/officeart/2005/8/layout/radial6#2"/>
    <dgm:cxn modelId="{E87F1383-3CE9-4351-BA4C-6EA745D8CDFA}" type="presParOf" srcId="{A72A1726-E6BA-454A-89F4-403C073388A9}" destId="{6190394D-95C6-4FE9-A9B6-3279254C3D42}" srcOrd="21" destOrd="0" presId="urn:microsoft.com/office/officeart/2005/8/layout/radial6#2"/>
    <dgm:cxn modelId="{53135500-908E-4DE4-87D4-1D5B926C28E8}" type="presParOf" srcId="{A72A1726-E6BA-454A-89F4-403C073388A9}" destId="{75195A9D-A9D0-4815-A874-62F1B668237F}" srcOrd="22" destOrd="0" presId="urn:microsoft.com/office/officeart/2005/8/layout/radial6#2"/>
    <dgm:cxn modelId="{CAD588D5-2192-4108-8E89-1BE4E243A401}" type="presParOf" srcId="{A72A1726-E6BA-454A-89F4-403C073388A9}" destId="{AF9C7D4B-F571-453A-8F75-CB4E17AAA6DA}" srcOrd="23" destOrd="0" presId="urn:microsoft.com/office/officeart/2005/8/layout/radial6#2"/>
    <dgm:cxn modelId="{AA2CF3D0-81DD-43E5-87C5-2AF8D14EF7BD}" type="presParOf" srcId="{A72A1726-E6BA-454A-89F4-403C073388A9}" destId="{F0B5DE13-A83A-4E34-B9BD-CE8EF7645B7F}" srcOrd="24" destOrd="0" presId="urn:microsoft.com/office/officeart/2005/8/layout/radial6#2"/>
    <dgm:cxn modelId="{1C10B24E-9EDA-43EB-8F5B-D5423418EA75}" type="presParOf" srcId="{A72A1726-E6BA-454A-89F4-403C073388A9}" destId="{D53D8123-56CE-4EBD-AF21-6867D70D18C8}" srcOrd="25" destOrd="0" presId="urn:microsoft.com/office/officeart/2005/8/layout/radial6#2"/>
    <dgm:cxn modelId="{2EFFBB59-2C58-49FA-B416-1E64071D9451}" type="presParOf" srcId="{A72A1726-E6BA-454A-89F4-403C073388A9}" destId="{18FCC5F6-7213-4838-8C7E-37FF34041347}" srcOrd="26" destOrd="0" presId="urn:microsoft.com/office/officeart/2005/8/layout/radial6#2"/>
    <dgm:cxn modelId="{E008ECB4-F822-4C8A-9CF1-F0962B077359}" type="presParOf" srcId="{A72A1726-E6BA-454A-89F4-403C073388A9}" destId="{7A409307-445F-477E-BCB1-27762FC649D3}" srcOrd="27" destOrd="0" presId="urn:microsoft.com/office/officeart/2005/8/layout/radial6#2"/>
    <dgm:cxn modelId="{BB056B05-4F72-469C-B89C-E0B5309BEC1C}" type="presParOf" srcId="{A72A1726-E6BA-454A-89F4-403C073388A9}" destId="{E1E57E12-59BA-4EBF-9D37-24C743034B8B}" srcOrd="28" destOrd="0" presId="urn:microsoft.com/office/officeart/2005/8/layout/radial6#2"/>
    <dgm:cxn modelId="{C7A572B0-13E5-4844-9D63-D89F726BCBEA}" type="presParOf" srcId="{A72A1726-E6BA-454A-89F4-403C073388A9}" destId="{06BD4D26-2141-480E-BEC6-0E446407CBF6}" srcOrd="29" destOrd="0" presId="urn:microsoft.com/office/officeart/2005/8/layout/radial6#2"/>
    <dgm:cxn modelId="{74FD1701-B002-47F1-B9BD-498F732CDE48}" type="presParOf" srcId="{A72A1726-E6BA-454A-89F4-403C073388A9}" destId="{465D2131-3191-4553-A9F8-3FACE4126E11}" srcOrd="30" destOrd="0" presId="urn:microsoft.com/office/officeart/2005/8/layout/radial6#2"/>
  </dgm:cxnLst>
  <dgm:bg/>
  <dgm:whole/>
</dgm:dataModel>
</file>

<file path=ppt/diagrams/layout1.xml><?xml version="1.0" encoding="utf-8"?>
<dgm:layoutDef xmlns:dgm="http://schemas.openxmlformats.org/drawingml/2006/diagram" xmlns:a="http://schemas.openxmlformats.org/drawingml/2006/main" uniqueId="urn:microsoft.com/office/officeart/2005/8/layout/radial6#2">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ctrShpMap" val="fNode"/>
              <dgm:param type="spanAng" val="360"/>
              <dgm:param type="stAng" val="90"/>
            </dgm:alg>
          </dgm:if>
          <dgm:else name="Name5">
            <dgm:alg type="cycle">
              <dgm:param type="ctrShpMap" val="fNode"/>
              <dgm:param type="spanAng" val="360"/>
              <dgm:param type="stAng" val="0"/>
            </dgm:alg>
          </dgm:else>
        </dgm:choose>
      </dgm:if>
      <dgm:else name="Name6">
        <dgm:choose name="Name7">
          <dgm:if name="Name8" axis="ch ch" ptType="node node" st="1 1" cnt="1 0" func="cnt" op="lte" val="1">
            <dgm:alg type="cycle">
              <dgm:param type="ctrShpMap" val="fNode"/>
              <dgm:param type="spanAng" val="360"/>
              <dgm:param type="stAng" val="-90"/>
            </dgm:alg>
          </dgm:if>
          <dgm:else name="Name9">
            <dgm:alg type="cycle">
              <dgm:param type="ctrShpMap" val="fNode"/>
              <dgm:param type="spanAng" val="-360"/>
              <dgm:param type="stAng" val="0"/>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begPts" val="ctr"/>
                    <dgm:param type="begSty" val="noArr"/>
                    <dgm:param type="connRout" val="curve"/>
                    <dgm:param type="dstNode" val="node"/>
                    <dgm:param type="endPts" val="ctr"/>
                    <dgm:param type="endSty" val="noArr"/>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begPts" val="bCtr"/>
                    <dgm:param type="begSty" val="noArr"/>
                    <dgm:param type="connRout" val="longCurve"/>
                    <dgm:param type="dstNode" val="dummyConnPt"/>
                    <dgm:param type="endPts" val="tCtr"/>
                    <dgm:param type="endSty" val="noArr"/>
                    <dgm:param type="src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0.06829</cdr:x>
      <cdr:y>0.27183</cdr:y>
    </cdr:from>
    <cdr:to>
      <cdr:x>0.55093</cdr:x>
      <cdr:y>0.92063</cdr:y>
    </cdr:to>
    <cdr:sp macro="" textlink="">
      <cdr:nvSpPr>
        <cdr:cNvPr id="2074671336" name="Straight Connector 2"/>
        <cdr:cNvSpPr/>
      </cdr:nvSpPr>
      <cdr:spPr>
        <a:xfrm xmlns:a="http://schemas.openxmlformats.org/drawingml/2006/main">
          <a:off x="374650" y="869950"/>
          <a:ext cx="2647950" cy="2076450"/>
        </a:xfrm>
        <a:prstGeom xmlns:a="http://schemas.openxmlformats.org/drawingml/2006/main" prst="line">
          <a:avLst/>
        </a:prstGeom>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txBody>
        <a:bodyPr xmlns:a="http://schemas.openxmlformats.org/drawingml/2006/main"/>
        <a:lstStyle xmlns:a="http://schemas.openxmlformats.org/drawingml/2006/main"/>
        <a:p xmlns:a="http://schemas.openxmlformats.org/drawingml/2006/main">
          <a:endParaRPr lang="en-US"/>
        </a:p>
      </cdr:txBody>
    </cdr:sp>
  </cdr:relSizeAnchor>
  <cdr:relSizeAnchor xmlns:cdr="http://schemas.openxmlformats.org/drawingml/2006/chartDrawing">
    <cdr:from>
      <cdr:x>0.0625</cdr:x>
      <cdr:y>0.46627</cdr:y>
    </cdr:from>
    <cdr:to>
      <cdr:x>0.72685</cdr:x>
      <cdr:y>0.88889</cdr:y>
    </cdr:to>
    <cdr:sp macro="" textlink="">
      <cdr:nvSpPr>
        <cdr:cNvPr id="5" name="Straight Connector 4"/>
        <cdr:cNvSpPr/>
      </cdr:nvSpPr>
      <cdr:spPr>
        <a:xfrm xmlns:a="http://schemas.openxmlformats.org/drawingml/2006/main">
          <a:off x="342900" y="1492250"/>
          <a:ext cx="3644900" cy="1352550"/>
        </a:xfrm>
        <a:prstGeom xmlns:a="http://schemas.openxmlformats.org/drawingml/2006/main" prst="line">
          <a:avLst/>
        </a:prstGeom>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txBody>
        <a:bodyPr xmlns:a="http://schemas.openxmlformats.org/drawingml/2006/main"/>
        <a:lstStyle xmlns:a="http://schemas.openxmlformats.org/drawingml/2006/main"/>
        <a:p xmlns:a="http://schemas.openxmlformats.org/drawingml/2006/main">
          <a:endParaRPr lang="en-US"/>
        </a:p>
      </cdr:txBody>
    </cdr:sp>
  </cdr:relSizeAnchor>
  <cdr:relSizeAnchor xmlns:cdr="http://schemas.openxmlformats.org/drawingml/2006/chartDrawing">
    <cdr:from>
      <cdr:x>0.15283</cdr:x>
      <cdr:y>0.57416</cdr:y>
    </cdr:from>
    <cdr:to>
      <cdr:x>0.22548</cdr:x>
      <cdr:y>0.838</cdr:y>
    </cdr:to>
    <cdr:sp macro="" textlink="">
      <cdr:nvSpPr>
        <cdr:cNvPr id="747058972" name="Straight Arrow Connector 7"/>
        <cdr:cNvSpPr/>
      </cdr:nvSpPr>
      <cdr:spPr>
        <a:xfrm xmlns:a="http://schemas.openxmlformats.org/drawingml/2006/main" rot="5400000">
          <a:off x="855974" y="1837550"/>
          <a:ext cx="406886" cy="844398"/>
        </a:xfrm>
        <a:prstGeom xmlns:a="http://schemas.openxmlformats.org/drawingml/2006/main" prst="straightConnector1">
          <a:avLst/>
        </a:prstGeom>
        <a:ln xmlns:a="http://schemas.openxmlformats.org/drawingml/2006/main">
          <a:tailEnd type="arrow"/>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txBody>
        <a:bodyPr xmlns:a="http://schemas.openxmlformats.org/drawingml/2006/main"/>
        <a:lstStyle xmlns:a="http://schemas.openxmlformats.org/drawingml/2006/main"/>
        <a:p xmlns:a="http://schemas.openxmlformats.org/drawingml/2006/main">
          <a:endParaRPr lang="en-US"/>
        </a:p>
      </cdr:txBody>
    </cdr:sp>
  </cdr:relSizeAnchor>
  <cdr:relSizeAnchor xmlns:cdr="http://schemas.openxmlformats.org/drawingml/2006/chartDrawing">
    <cdr:from>
      <cdr:x>0.22001</cdr:x>
      <cdr:y>0.60834</cdr:y>
    </cdr:from>
    <cdr:to>
      <cdr:x>0.28173</cdr:x>
      <cdr:y>0.82297</cdr:y>
    </cdr:to>
    <cdr:sp macro="" textlink="">
      <cdr:nvSpPr>
        <cdr:cNvPr id="10" name="Straight Arrow Connector 9"/>
        <cdr:cNvSpPr/>
      </cdr:nvSpPr>
      <cdr:spPr>
        <a:xfrm xmlns:a="http://schemas.openxmlformats.org/drawingml/2006/main" rot="5400000">
          <a:off x="1061604" y="2117558"/>
          <a:ext cx="686894" cy="345634"/>
        </a:xfrm>
        <a:prstGeom xmlns:a="http://schemas.openxmlformats.org/drawingml/2006/main" prst="straightConnector1">
          <a:avLst/>
        </a:prstGeom>
        <a:ln xmlns:a="http://schemas.openxmlformats.org/drawingml/2006/main">
          <a:tailEnd type="arrow"/>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txBody>
        <a:bodyPr xmlns:a="http://schemas.openxmlformats.org/drawingml/2006/main"/>
        <a:lstStyle xmlns:a="http://schemas.openxmlformats.org/drawingml/2006/main"/>
        <a:p xmlns:a="http://schemas.openxmlformats.org/drawingml/2006/main">
          <a:endParaRPr lang="en-US"/>
        </a:p>
      </cdr:txBody>
    </cdr:sp>
  </cdr:relSizeAnchor>
  <cdr:relSizeAnchor xmlns:cdr="http://schemas.openxmlformats.org/drawingml/2006/chartDrawing">
    <cdr:from>
      <cdr:x>0.11143</cdr:x>
      <cdr:y>0.54545</cdr:y>
    </cdr:from>
    <cdr:to>
      <cdr:x>0.17783</cdr:x>
      <cdr:y>0.79973</cdr:y>
    </cdr:to>
    <cdr:sp macro="" textlink="">
      <cdr:nvSpPr>
        <cdr:cNvPr id="12" name="Straight Arrow Connector 11"/>
        <cdr:cNvSpPr/>
      </cdr:nvSpPr>
      <cdr:spPr>
        <a:xfrm xmlns:a="http://schemas.openxmlformats.org/drawingml/2006/main" rot="5400000">
          <a:off x="624093" y="1745673"/>
          <a:ext cx="371886" cy="813773"/>
        </a:xfrm>
        <a:prstGeom xmlns:a="http://schemas.openxmlformats.org/drawingml/2006/main" prst="straightConnector1">
          <a:avLst/>
        </a:prstGeom>
        <a:ln xmlns:a="http://schemas.openxmlformats.org/drawingml/2006/main">
          <a:tailEnd type="arrow"/>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txBody>
        <a:bodyPr xmlns:a="http://schemas.openxmlformats.org/drawingml/2006/main"/>
        <a:lstStyle xmlns:a="http://schemas.openxmlformats.org/drawingml/2006/main"/>
        <a:p xmlns:a="http://schemas.openxmlformats.org/drawingml/2006/main">
          <a:endParaRPr lang="en-US"/>
        </a:p>
      </cdr:txBody>
    </cdr:sp>
  </cdr:relSizeAnchor>
  <cdr:relSizeAnchor xmlns:cdr="http://schemas.openxmlformats.org/drawingml/2006/chartDrawing">
    <cdr:from>
      <cdr:x>0.08721</cdr:x>
      <cdr:y>0.52085</cdr:y>
    </cdr:from>
    <cdr:to>
      <cdr:x>0.13643</cdr:x>
      <cdr:y>0.74094</cdr:y>
    </cdr:to>
    <cdr:sp macro="" textlink="">
      <cdr:nvSpPr>
        <cdr:cNvPr id="14" name="Straight Arrow Connector 13"/>
        <cdr:cNvSpPr/>
      </cdr:nvSpPr>
      <cdr:spPr>
        <a:xfrm xmlns:a="http://schemas.openxmlformats.org/drawingml/2006/main" rot="5400000">
          <a:off x="488464" y="1666921"/>
          <a:ext cx="275633" cy="704394"/>
        </a:xfrm>
        <a:prstGeom xmlns:a="http://schemas.openxmlformats.org/drawingml/2006/main" prst="straightConnector1">
          <a:avLst/>
        </a:prstGeom>
        <a:ln xmlns:a="http://schemas.openxmlformats.org/drawingml/2006/main">
          <a:tailEnd type="arrow"/>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txBody>
        <a:bodyPr xmlns:a="http://schemas.openxmlformats.org/drawingml/2006/main"/>
        <a:lstStyle xmlns:a="http://schemas.openxmlformats.org/drawingml/2006/main"/>
        <a:p xmlns:a="http://schemas.openxmlformats.org/drawingml/2006/main">
          <a:endParaRPr lang="en-US"/>
        </a:p>
      </cdr:txBody>
    </cdr:sp>
  </cdr:relSizeAnchor>
  <cdr:relSizeAnchor xmlns:cdr="http://schemas.openxmlformats.org/drawingml/2006/chartDrawing">
    <cdr:from>
      <cdr:x>0.18799</cdr:x>
      <cdr:y>0.5933</cdr:y>
    </cdr:from>
    <cdr:to>
      <cdr:x>0.25751</cdr:x>
      <cdr:y>0.83117</cdr:y>
    </cdr:to>
    <cdr:sp macro="" textlink="">
      <cdr:nvSpPr>
        <cdr:cNvPr id="16" name="Straight Arrow Connector 15"/>
        <cdr:cNvSpPr/>
      </cdr:nvSpPr>
      <cdr:spPr>
        <a:xfrm xmlns:a="http://schemas.openxmlformats.org/drawingml/2006/main" rot="5400000">
          <a:off x="1052854" y="1898801"/>
          <a:ext cx="389387" cy="761272"/>
        </a:xfrm>
        <a:prstGeom xmlns:a="http://schemas.openxmlformats.org/drawingml/2006/main" prst="straightConnector1">
          <a:avLst/>
        </a:prstGeom>
        <a:ln xmlns:a="http://schemas.openxmlformats.org/drawingml/2006/main">
          <a:tailEnd type="arrow"/>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txBody>
        <a:bodyPr xmlns:a="http://schemas.openxmlformats.org/drawingml/2006/main"/>
        <a:lstStyle xmlns:a="http://schemas.openxmlformats.org/drawingml/2006/main"/>
        <a:p xmlns:a="http://schemas.openxmlformats.org/drawingml/2006/main">
          <a:endParaRPr lang="en-US"/>
        </a:p>
      </cdr:txBody>
    </cdr:sp>
  </cdr:relSizeAnchor>
  <cdr:relSizeAnchor xmlns:cdr="http://schemas.openxmlformats.org/drawingml/2006/chartDrawing">
    <cdr:from>
      <cdr:x>0.32313</cdr:x>
      <cdr:y>0.68079</cdr:y>
    </cdr:from>
    <cdr:to>
      <cdr:x>0.36609</cdr:x>
      <cdr:y>0.85031</cdr:y>
    </cdr:to>
    <cdr:sp macro="" textlink="">
      <cdr:nvSpPr>
        <cdr:cNvPr id="1784910761" name="Straight Arrow Connector 17"/>
        <cdr:cNvSpPr/>
      </cdr:nvSpPr>
      <cdr:spPr>
        <a:xfrm xmlns:a="http://schemas.openxmlformats.org/drawingml/2006/main" rot="5400000">
          <a:off x="1809750" y="2178810"/>
          <a:ext cx="240632" cy="542514"/>
        </a:xfrm>
        <a:prstGeom xmlns:a="http://schemas.openxmlformats.org/drawingml/2006/main" prst="straightConnector1">
          <a:avLst/>
        </a:prstGeom>
        <a:ln xmlns:a="http://schemas.openxmlformats.org/drawingml/2006/main">
          <a:tailEnd type="arrow"/>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txBody>
        <a:bodyPr xmlns:a="http://schemas.openxmlformats.org/drawingml/2006/main"/>
        <a:lstStyle xmlns:a="http://schemas.openxmlformats.org/drawingml/2006/main"/>
        <a:p xmlns:a="http://schemas.openxmlformats.org/drawingml/2006/main">
          <a:endParaRPr lang="en-US"/>
        </a:p>
      </cdr:txBody>
    </cdr:sp>
  </cdr:relSizeAnchor>
  <cdr:relSizeAnchor xmlns:cdr="http://schemas.openxmlformats.org/drawingml/2006/chartDrawing">
    <cdr:from>
      <cdr:x>0.29266</cdr:x>
      <cdr:y>0.65892</cdr:y>
    </cdr:from>
    <cdr:to>
      <cdr:x>0.34578</cdr:x>
      <cdr:y>0.85441</cdr:y>
    </cdr:to>
    <cdr:sp macro="" textlink="">
      <cdr:nvSpPr>
        <cdr:cNvPr id="20" name="Straight Arrow Connector 19"/>
        <cdr:cNvSpPr/>
      </cdr:nvSpPr>
      <cdr:spPr>
        <a:xfrm xmlns:a="http://schemas.openxmlformats.org/drawingml/2006/main" rot="5400000">
          <a:off x="1639120" y="2108808"/>
          <a:ext cx="297508" cy="625642"/>
        </a:xfrm>
        <a:prstGeom xmlns:a="http://schemas.openxmlformats.org/drawingml/2006/main" prst="straightConnector1">
          <a:avLst/>
        </a:prstGeom>
        <a:ln xmlns:a="http://schemas.openxmlformats.org/drawingml/2006/main">
          <a:tailEnd type="arrow"/>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txBody>
        <a:bodyPr xmlns:a="http://schemas.openxmlformats.org/drawingml/2006/main"/>
        <a:lstStyle xmlns:a="http://schemas.openxmlformats.org/drawingml/2006/main"/>
        <a:p xmlns:a="http://schemas.openxmlformats.org/drawingml/2006/main">
          <a:endParaRPr lang="en-US"/>
        </a:p>
      </cdr:txBody>
    </cdr:sp>
  </cdr:relSizeAnchor>
  <cdr:relSizeAnchor xmlns:cdr="http://schemas.openxmlformats.org/drawingml/2006/chartDrawing">
    <cdr:from>
      <cdr:x>0.36844</cdr:x>
      <cdr:y>0.72864</cdr:y>
    </cdr:from>
    <cdr:to>
      <cdr:x>0.40125</cdr:x>
      <cdr:y>0.86398</cdr:y>
    </cdr:to>
    <cdr:sp macro="" textlink="">
      <cdr:nvSpPr>
        <cdr:cNvPr id="22" name="Straight Arrow Connector 21"/>
        <cdr:cNvSpPr/>
      </cdr:nvSpPr>
      <cdr:spPr>
        <a:xfrm xmlns:a="http://schemas.openxmlformats.org/drawingml/2006/main" rot="5400000">
          <a:off x="2063508" y="2331939"/>
          <a:ext cx="183755" cy="433137"/>
        </a:xfrm>
        <a:prstGeom xmlns:a="http://schemas.openxmlformats.org/drawingml/2006/main" prst="straightConnector1">
          <a:avLst/>
        </a:prstGeom>
        <a:ln xmlns:a="http://schemas.openxmlformats.org/drawingml/2006/main">
          <a:tailEnd type="arrow"/>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txBody>
        <a:bodyPr xmlns:a="http://schemas.openxmlformats.org/drawingml/2006/main"/>
        <a:lstStyle xmlns:a="http://schemas.openxmlformats.org/drawingml/2006/main"/>
        <a:p xmlns:a="http://schemas.openxmlformats.org/drawingml/2006/main">
          <a:endParaRPr lang="en-US"/>
        </a:p>
      </cdr:txBody>
    </cdr:sp>
  </cdr:relSizeAnchor>
  <cdr:relSizeAnchor xmlns:cdr="http://schemas.openxmlformats.org/drawingml/2006/chartDrawing">
    <cdr:from>
      <cdr:x>0.42312</cdr:x>
      <cdr:y>0.78879</cdr:y>
    </cdr:from>
    <cdr:to>
      <cdr:x>0.44187</cdr:x>
      <cdr:y>0.85988</cdr:y>
    </cdr:to>
    <cdr:sp macro="" textlink="">
      <cdr:nvSpPr>
        <cdr:cNvPr id="24" name="Straight Arrow Connector 23"/>
        <cdr:cNvSpPr/>
      </cdr:nvSpPr>
      <cdr:spPr>
        <a:xfrm xmlns:a="http://schemas.openxmlformats.org/drawingml/2006/main" rot="5400000">
          <a:off x="2369765" y="2524444"/>
          <a:ext cx="105004" cy="227507"/>
        </a:xfrm>
        <a:prstGeom xmlns:a="http://schemas.openxmlformats.org/drawingml/2006/main" prst="straightConnector1">
          <a:avLst/>
        </a:prstGeom>
        <a:ln xmlns:a="http://schemas.openxmlformats.org/drawingml/2006/main">
          <a:tailEnd type="arrow"/>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txBody>
        <a:bodyPr xmlns:a="http://schemas.openxmlformats.org/drawingml/2006/main"/>
        <a:lstStyle xmlns:a="http://schemas.openxmlformats.org/drawingml/2006/main"/>
        <a:p xmlns:a="http://schemas.openxmlformats.org/drawingml/2006/main">
          <a:endParaRPr lang="en-US"/>
        </a:p>
      </cdr:txBody>
    </cdr:sp>
  </cdr:relSizeAnchor>
  <cdr:relSizeAnchor xmlns:cdr="http://schemas.openxmlformats.org/drawingml/2006/chartDrawing">
    <cdr:from>
      <cdr:x>0.25894</cdr:x>
      <cdr:y>0.62725</cdr:y>
    </cdr:from>
    <cdr:to>
      <cdr:x>0.31206</cdr:x>
      <cdr:y>0.82274</cdr:y>
    </cdr:to>
    <cdr:sp macro="" textlink="">
      <cdr:nvSpPr>
        <cdr:cNvPr id="25" name="Straight Arrow Connector 24"/>
        <cdr:cNvSpPr/>
      </cdr:nvSpPr>
      <cdr:spPr>
        <a:xfrm xmlns:a="http://schemas.openxmlformats.org/drawingml/2006/main" rot="5400000">
          <a:off x="1286194" y="2171518"/>
          <a:ext cx="625642" cy="297508"/>
        </a:xfrm>
        <a:prstGeom xmlns:a="http://schemas.openxmlformats.org/drawingml/2006/main" prst="straightConnector1">
          <a:avLst/>
        </a:prstGeom>
        <a:ln xmlns:a="http://schemas.openxmlformats.org/drawingml/2006/main">
          <a:tailEnd type="arrow"/>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txBody>
        <a:bodyPr xmlns:a="http://schemas.openxmlformats.org/drawingml/2006/main"/>
        <a:lstStyle xmlns:a="http://schemas.openxmlformats.org/drawingml/2006/main"/>
        <a:p xmlns:a="http://schemas.openxmlformats.org/drawingml/2006/main">
          <a:endParaRPr lang="en-US"/>
        </a:p>
      </cdr:txBody>
    </cdr:sp>
  </cdr:relSizeAnchor>
</c:userShap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3556000" y="0"/>
            <a:ext cx="8636000" cy="68580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Straight Connector 8"/>
          <p:cNvSpPr>
            <a:spLocks noChangeShapeType="1"/>
          </p:cNvSpPr>
          <p:nvPr/>
        </p:nvSpPr>
        <p:spPr bwMode="auto">
          <a:xfrm rot="16200000">
            <a:off x="127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Title 11"/>
          <p:cNvSpPr>
            <a:spLocks noGrp="1"/>
          </p:cNvSpPr>
          <p:nvPr>
            <p:ph type="ctrTitle"/>
          </p:nvPr>
        </p:nvSpPr>
        <p:spPr>
          <a:xfrm>
            <a:off x="4489157" y="533400"/>
            <a:ext cx="6807200" cy="2868168"/>
          </a:xfrm>
        </p:spPr>
        <p:txBody>
          <a:bodyPr lIns="45720" tIns="0" rIns="45720">
            <a:noAutofit/>
          </a:bodyPr>
          <a:lstStyle>
            <a:lvl1pPr algn="r">
              <a:defRPr sz="4200" b="1"/>
            </a:lvl1pPr>
            <a:extLst/>
          </a:lstStyle>
          <a:p>
            <a:r>
              <a:rPr kumimoji="0" lang="en-US" smtClean="0"/>
              <a:t>Click to edit Master title style</a:t>
            </a:r>
            <a:endParaRPr kumimoji="0" lang="en-US"/>
          </a:p>
        </p:txBody>
      </p:sp>
      <p:sp>
        <p:nvSpPr>
          <p:cNvPr id="25" name="Subtitle 24"/>
          <p:cNvSpPr>
            <a:spLocks noGrp="1"/>
          </p:cNvSpPr>
          <p:nvPr>
            <p:ph type="subTitle" idx="1"/>
          </p:nvPr>
        </p:nvSpPr>
        <p:spPr>
          <a:xfrm>
            <a:off x="4472589" y="3539864"/>
            <a:ext cx="6819704"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31" name="Date Placeholder 30"/>
          <p:cNvSpPr>
            <a:spLocks noGrp="1"/>
          </p:cNvSpPr>
          <p:nvPr>
            <p:ph type="dt" sz="half" idx="10"/>
          </p:nvPr>
        </p:nvSpPr>
        <p:spPr>
          <a:xfrm>
            <a:off x="7828299" y="6557946"/>
            <a:ext cx="2669952" cy="226902"/>
          </a:xfrm>
        </p:spPr>
        <p:txBody>
          <a:bodyPr/>
          <a:lstStyle>
            <a:lvl1pPr>
              <a:defRPr lang="en-US" smtClean="0">
                <a:solidFill>
                  <a:srgbClr val="FFFFFF"/>
                </a:solidFill>
              </a:defRPr>
            </a:lvl1pPr>
            <a:extLst/>
          </a:lstStyle>
          <a:p>
            <a:fld id="{EE361A69-A70C-441A-8008-674C23508763}" type="datetimeFigureOut">
              <a:rPr lang="en-IN" smtClean="0"/>
              <a:pPr/>
              <a:t>07-05-2024</a:t>
            </a:fld>
            <a:endParaRPr lang="en-IN"/>
          </a:p>
        </p:txBody>
      </p:sp>
      <p:sp>
        <p:nvSpPr>
          <p:cNvPr id="18" name="Footer Placeholder 17"/>
          <p:cNvSpPr>
            <a:spLocks noGrp="1"/>
          </p:cNvSpPr>
          <p:nvPr>
            <p:ph type="ftr" sz="quarter" idx="11"/>
          </p:nvPr>
        </p:nvSpPr>
        <p:spPr>
          <a:xfrm>
            <a:off x="3759200" y="6557946"/>
            <a:ext cx="3903629" cy="228600"/>
          </a:xfrm>
        </p:spPr>
        <p:txBody>
          <a:bodyPr/>
          <a:lstStyle>
            <a:lvl1pPr>
              <a:defRPr lang="en-US" dirty="0">
                <a:solidFill>
                  <a:srgbClr val="FFFFFF"/>
                </a:solidFill>
              </a:defRPr>
            </a:lvl1pPr>
            <a:extLst/>
          </a:lstStyle>
          <a:p>
            <a:endParaRPr lang="en-IN"/>
          </a:p>
        </p:txBody>
      </p:sp>
      <p:sp>
        <p:nvSpPr>
          <p:cNvPr id="29" name="Slide Number Placeholder 28"/>
          <p:cNvSpPr>
            <a:spLocks noGrp="1"/>
          </p:cNvSpPr>
          <p:nvPr>
            <p:ph type="sldNum" sz="quarter" idx="12"/>
          </p:nvPr>
        </p:nvSpPr>
        <p:spPr>
          <a:xfrm>
            <a:off x="10507845" y="6556248"/>
            <a:ext cx="784448" cy="228600"/>
          </a:xfrm>
        </p:spPr>
        <p:txBody>
          <a:bodyPr/>
          <a:lstStyle>
            <a:lvl1pPr>
              <a:defRPr lang="en-US" smtClean="0">
                <a:solidFill>
                  <a:srgbClr val="FFFFFF"/>
                </a:solidFill>
              </a:defRPr>
            </a:lvl1pPr>
            <a:extLst/>
          </a:lstStyle>
          <a:p>
            <a:fld id="{DE3545A3-7C92-41E1-A001-98D072E5789A}" type="slidenum">
              <a:rPr lang="en-IN" smtClean="0"/>
              <a:pPr/>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EE361A69-A70C-441A-8008-674C23508763}" type="datetimeFigureOut">
              <a:rPr lang="en-IN" smtClean="0"/>
              <a:pPr/>
              <a:t>07-05-2024</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DE3545A3-7C92-41E1-A001-98D072E5789A}"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422400" y="2821838"/>
            <a:ext cx="8340651" cy="1362075"/>
          </a:xfrm>
        </p:spPr>
        <p:txBody>
          <a:bodyPr tIns="0" anchor="t"/>
          <a:lstStyle>
            <a:lvl1pPr algn="r">
              <a:buNone/>
              <a:defRPr sz="42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1422400" y="1905001"/>
            <a:ext cx="8340651"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6298984" y="6556810"/>
            <a:ext cx="2669952" cy="226902"/>
          </a:xfrm>
        </p:spPr>
        <p:txBody>
          <a:bodyPr bIns="0" anchor="b"/>
          <a:lstStyle>
            <a:lvl1pPr>
              <a:defRPr>
                <a:solidFill>
                  <a:schemeClr val="tx2"/>
                </a:solidFill>
              </a:defRPr>
            </a:lvl1pPr>
            <a:extLst/>
          </a:lstStyle>
          <a:p>
            <a:fld id="{EE361A69-A70C-441A-8008-674C23508763}" type="datetimeFigureOut">
              <a:rPr lang="en-IN" smtClean="0"/>
              <a:pPr/>
              <a:t>07-05-2024</a:t>
            </a:fld>
            <a:endParaRPr lang="en-IN"/>
          </a:p>
        </p:txBody>
      </p:sp>
      <p:sp>
        <p:nvSpPr>
          <p:cNvPr id="5" name="Footer Placeholder 4"/>
          <p:cNvSpPr>
            <a:spLocks noGrp="1"/>
          </p:cNvSpPr>
          <p:nvPr>
            <p:ph type="ftr" sz="quarter" idx="11"/>
          </p:nvPr>
        </p:nvSpPr>
        <p:spPr>
          <a:xfrm>
            <a:off x="2313811" y="6556810"/>
            <a:ext cx="3860800" cy="228600"/>
          </a:xfrm>
        </p:spPr>
        <p:txBody>
          <a:bodyPr bIns="0" anchor="b"/>
          <a:lstStyle>
            <a:lvl1pPr>
              <a:defRPr>
                <a:solidFill>
                  <a:schemeClr val="tx2"/>
                </a:solidFill>
              </a:defRPr>
            </a:lvl1pPr>
            <a:extLst/>
          </a:lstStyle>
          <a:p>
            <a:endParaRPr lang="en-IN"/>
          </a:p>
        </p:txBody>
      </p:sp>
      <p:sp>
        <p:nvSpPr>
          <p:cNvPr id="6" name="Slide Number Placeholder 5"/>
          <p:cNvSpPr>
            <a:spLocks noGrp="1"/>
          </p:cNvSpPr>
          <p:nvPr>
            <p:ph type="sldNum" sz="quarter" idx="12"/>
          </p:nvPr>
        </p:nvSpPr>
        <p:spPr>
          <a:xfrm>
            <a:off x="8978603" y="6555112"/>
            <a:ext cx="784448" cy="228600"/>
          </a:xfrm>
        </p:spPr>
        <p:txBody>
          <a:bodyPr/>
          <a:lstStyle>
            <a:extLst/>
          </a:lstStyle>
          <a:p>
            <a:fld id="{DE3545A3-7C92-41E1-A001-98D072E5789A}" type="slidenum">
              <a:rPr lang="en-IN" smtClean="0"/>
              <a:pPr/>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20040"/>
            <a:ext cx="9656064"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609600" y="1600201"/>
            <a:ext cx="469392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571744" y="1600201"/>
            <a:ext cx="469392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EE361A69-A70C-441A-8008-674C23508763}" type="datetimeFigureOut">
              <a:rPr lang="en-IN" smtClean="0"/>
              <a:pPr/>
              <a:t>07-05-2024</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DE3545A3-7C92-41E1-A001-98D072E5789A}"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320040"/>
            <a:ext cx="9656064" cy="114300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609600" y="5867400"/>
            <a:ext cx="469392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5571744" y="5867400"/>
            <a:ext cx="469392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9600" y="1711840"/>
            <a:ext cx="469392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5571744" y="1711840"/>
            <a:ext cx="469392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EE361A69-A70C-441A-8008-674C23508763}" type="datetimeFigureOut">
              <a:rPr lang="en-IN" smtClean="0"/>
              <a:pPr/>
              <a:t>07-05-2024</a:t>
            </a:fld>
            <a:endParaRPr lang="en-IN"/>
          </a:p>
        </p:txBody>
      </p:sp>
      <p:sp>
        <p:nvSpPr>
          <p:cNvPr id="8" name="Footer Placeholder 7"/>
          <p:cNvSpPr>
            <a:spLocks noGrp="1"/>
          </p:cNvSpPr>
          <p:nvPr>
            <p:ph type="ftr" sz="quarter" idx="11"/>
          </p:nvPr>
        </p:nvSpPr>
        <p:spPr/>
        <p:txBody>
          <a:bodyPr/>
          <a:lstStyle>
            <a:extLst/>
          </a:lstStyle>
          <a:p>
            <a:endParaRPr lang="en-IN"/>
          </a:p>
        </p:txBody>
      </p:sp>
      <p:sp>
        <p:nvSpPr>
          <p:cNvPr id="9" name="Slide Number Placeholder 8"/>
          <p:cNvSpPr>
            <a:spLocks noGrp="1"/>
          </p:cNvSpPr>
          <p:nvPr>
            <p:ph type="sldNum" sz="quarter" idx="12"/>
          </p:nvPr>
        </p:nvSpPr>
        <p:spPr/>
        <p:txBody>
          <a:bodyPr/>
          <a:lstStyle>
            <a:extLst/>
          </a:lstStyle>
          <a:p>
            <a:fld id="{DE3545A3-7C92-41E1-A001-98D072E5789A}"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320040"/>
            <a:ext cx="9656064" cy="1143000"/>
          </a:xfrm>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EE361A69-A70C-441A-8008-674C23508763}" type="datetimeFigureOut">
              <a:rPr lang="en-IN" smtClean="0"/>
              <a:pPr/>
              <a:t>07-05-2024</a:t>
            </a:fld>
            <a:endParaRPr lang="en-IN"/>
          </a:p>
        </p:txBody>
      </p:sp>
      <p:sp>
        <p:nvSpPr>
          <p:cNvPr id="4" name="Footer Placeholder 3"/>
          <p:cNvSpPr>
            <a:spLocks noGrp="1"/>
          </p:cNvSpPr>
          <p:nvPr>
            <p:ph type="ftr" sz="quarter" idx="11"/>
          </p:nvPr>
        </p:nvSpPr>
        <p:spPr/>
        <p:txBody>
          <a:bodyPr/>
          <a:lstStyle>
            <a:extLst/>
          </a:lstStyle>
          <a:p>
            <a:endParaRPr lang="en-IN"/>
          </a:p>
        </p:txBody>
      </p:sp>
      <p:sp>
        <p:nvSpPr>
          <p:cNvPr id="5" name="Slide Number Placeholder 4"/>
          <p:cNvSpPr>
            <a:spLocks noGrp="1"/>
          </p:cNvSpPr>
          <p:nvPr>
            <p:ph type="sldNum" sz="quarter" idx="12"/>
          </p:nvPr>
        </p:nvSpPr>
        <p:spPr/>
        <p:txBody>
          <a:bodyPr/>
          <a:lstStyle>
            <a:extLst/>
          </a:lstStyle>
          <a:p>
            <a:fld id="{DE3545A3-7C92-41E1-A001-98D072E5789A}"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A2F27236-2E56-47EE-A4B1-124F06D51370}" type="datetimeFigureOut">
              <a:rPr lang="en-US" smtClean="0"/>
              <a:pPr/>
              <a:t>5/7/2024</a:t>
            </a:fld>
            <a:endParaRPr lang="en-US"/>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en-US"/>
          </a:p>
        </p:txBody>
      </p:sp>
      <p:sp>
        <p:nvSpPr>
          <p:cNvPr id="4" name="Slide Number Placeholder 3"/>
          <p:cNvSpPr>
            <a:spLocks noGrp="1"/>
          </p:cNvSpPr>
          <p:nvPr>
            <p:ph type="sldNum" sz="quarter" idx="12"/>
          </p:nvPr>
        </p:nvSpPr>
        <p:spPr/>
        <p:txBody>
          <a:bodyPr/>
          <a:lstStyle>
            <a:extLst/>
          </a:lstStyle>
          <a:p>
            <a:fld id="{2523A8C0-C486-4252-8836-C00E1A9D7065}" type="slidenum">
              <a:rPr lang="en-US" smtClean="0"/>
              <a:pPr/>
              <a:t>‹#›</a:t>
            </a:fld>
            <a:endParaRPr lang="en-US"/>
          </a:p>
        </p:txBody>
      </p:sp>
      <p:pic>
        <p:nvPicPr>
          <p:cNvPr id="5" name="Picture 4" descr="A close up of a logo&#10;&#10;Description generated with very high confidence">
            <a:extLst>
              <a:ext uri="{FF2B5EF4-FFF2-40B4-BE49-F238E27FC236}">
                <a16:creationId xmlns:a16="http://schemas.microsoft.com/office/drawing/2014/main" xmlns="" id="{807B5C6C-2EA7-4E02-B21D-BE0D55FBD639}"/>
              </a:ext>
            </a:extLst>
          </p:cNvPr>
          <p:cNvPicPr>
            <a:picLocks noChangeAspect="1"/>
          </p:cNvPicPr>
          <p:nvPr userDrawn="1"/>
        </p:nvPicPr>
        <p:blipFill>
          <a:blip r:embed="rId2">
            <a:extLst>
              <a:ext uri="{28A0092B-C50C-407E-A947-70E740481C1C}">
                <a14:useLocalDpi xmlns:a14="http://schemas.microsoft.com/office/drawing/2010/main" xmlns="" val="0"/>
              </a:ext>
            </a:extLst>
          </a:blip>
          <a:stretch>
            <a:fillRect/>
          </a:stretch>
        </p:blipFill>
        <p:spPr>
          <a:xfrm rot="16200000">
            <a:off x="2666999" y="-2666999"/>
            <a:ext cx="6858002" cy="121920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7863840" cy="1173480"/>
          </a:xfrm>
        </p:spPr>
        <p:txBody>
          <a:bodyPr wrap="square" anchor="b"/>
          <a:lstStyle>
            <a:lvl1pPr algn="l">
              <a:buNone/>
              <a:defRPr lang="en-US" sz="2400" baseline="0" smtClean="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609600" y="1497416"/>
            <a:ext cx="786384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609600" y="2133600"/>
            <a:ext cx="9652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EE361A69-A70C-441A-8008-674C23508763}" type="datetimeFigureOut">
              <a:rPr lang="en-IN" smtClean="0"/>
              <a:pPr/>
              <a:t>07-05-2024</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DE3545A3-7C92-41E1-A001-98D072E5789A}"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797292" y="1004669"/>
            <a:ext cx="5759369"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a:xfrm rot="21420000">
            <a:off x="795609" y="998817"/>
            <a:ext cx="5759369"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title"/>
          </p:nvPr>
        </p:nvSpPr>
        <p:spPr>
          <a:xfrm>
            <a:off x="7185464" y="1143000"/>
            <a:ext cx="4572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smtClean="0"/>
              <a:t>Click to edit Master title style</a:t>
            </a:r>
            <a:endParaRPr kumimoji="0" lang="en-US" dirty="0"/>
          </a:p>
        </p:txBody>
      </p:sp>
      <p:sp>
        <p:nvSpPr>
          <p:cNvPr id="4" name="Text Placeholder 3"/>
          <p:cNvSpPr>
            <a:spLocks noGrp="1"/>
          </p:cNvSpPr>
          <p:nvPr>
            <p:ph type="body" sz="half" idx="2"/>
          </p:nvPr>
        </p:nvSpPr>
        <p:spPr>
          <a:xfrm>
            <a:off x="7185464" y="3283634"/>
            <a:ext cx="4572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smtClean="0"/>
              <a:t>Click to edit Master text styles</a:t>
            </a:r>
          </a:p>
        </p:txBody>
      </p:sp>
      <p:sp>
        <p:nvSpPr>
          <p:cNvPr id="5" name="Date Placeholder 4"/>
          <p:cNvSpPr>
            <a:spLocks noGrp="1"/>
          </p:cNvSpPr>
          <p:nvPr>
            <p:ph type="dt" sz="half" idx="10"/>
          </p:nvPr>
        </p:nvSpPr>
        <p:spPr/>
        <p:txBody>
          <a:bodyPr/>
          <a:lstStyle>
            <a:extLst/>
          </a:lstStyle>
          <a:p>
            <a:fld id="{EE361A69-A70C-441A-8008-674C23508763}" type="datetimeFigureOut">
              <a:rPr lang="en-IN" smtClean="0"/>
              <a:pPr/>
              <a:t>07-05-2024</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DE3545A3-7C92-41E1-A001-98D072E5789A}" type="slidenum">
              <a:rPr lang="en-IN" smtClean="0"/>
              <a:pPr/>
              <a:t>‹#›</a:t>
            </a:fld>
            <a:endParaRPr lang="en-IN"/>
          </a:p>
        </p:txBody>
      </p:sp>
      <p:sp>
        <p:nvSpPr>
          <p:cNvPr id="10" name="Picture Placeholder 9"/>
          <p:cNvSpPr>
            <a:spLocks noGrp="1"/>
          </p:cNvSpPr>
          <p:nvPr>
            <p:ph type="pic" idx="1"/>
          </p:nvPr>
        </p:nvSpPr>
        <p:spPr>
          <a:xfrm>
            <a:off x="884909" y="1041002"/>
            <a:ext cx="560832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smtClean="0"/>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EE361A69-A70C-441A-8008-674C23508763}" type="datetimeFigureOut">
              <a:rPr lang="en-IN" smtClean="0"/>
              <a:pPr/>
              <a:t>07-05-2024</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DE3545A3-7C92-41E1-A001-98D072E5789A}"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274956"/>
            <a:ext cx="2032000" cy="5851525"/>
          </a:xfrm>
        </p:spPr>
        <p:txBody>
          <a:bodyPr vert="eaVert" ancho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274643"/>
            <a:ext cx="80264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5657088" y="6557946"/>
            <a:ext cx="2669952" cy="226902"/>
          </a:xfrm>
        </p:spPr>
        <p:txBody>
          <a:bodyPr/>
          <a:lstStyle>
            <a:extLst/>
          </a:lstStyle>
          <a:p>
            <a:fld id="{EE361A69-A70C-441A-8008-674C23508763}" type="datetimeFigureOut">
              <a:rPr lang="en-IN" smtClean="0"/>
              <a:pPr/>
              <a:t>07-05-2024</a:t>
            </a:fld>
            <a:endParaRPr lang="en-IN"/>
          </a:p>
        </p:txBody>
      </p:sp>
      <p:sp>
        <p:nvSpPr>
          <p:cNvPr id="5" name="Footer Placeholder 4"/>
          <p:cNvSpPr>
            <a:spLocks noGrp="1"/>
          </p:cNvSpPr>
          <p:nvPr>
            <p:ph type="ftr" sz="quarter" idx="11"/>
          </p:nvPr>
        </p:nvSpPr>
        <p:spPr>
          <a:xfrm>
            <a:off x="609600" y="6556248"/>
            <a:ext cx="4876800" cy="228600"/>
          </a:xfrm>
        </p:spPr>
        <p:txBody>
          <a:bodyPr/>
          <a:lstStyle>
            <a:extLst/>
          </a:lstStyle>
          <a:p>
            <a:endParaRPr lang="en-IN"/>
          </a:p>
        </p:txBody>
      </p:sp>
      <p:sp>
        <p:nvSpPr>
          <p:cNvPr id="6" name="Slide Number Placeholder 5"/>
          <p:cNvSpPr>
            <a:spLocks noGrp="1"/>
          </p:cNvSpPr>
          <p:nvPr>
            <p:ph type="sldNum" sz="quarter" idx="12"/>
          </p:nvPr>
        </p:nvSpPr>
        <p:spPr>
          <a:xfrm>
            <a:off x="8339328" y="6553200"/>
            <a:ext cx="784448" cy="228600"/>
          </a:xfrm>
        </p:spPr>
        <p:txBody>
          <a:bodyPr/>
          <a:lstStyle>
            <a:lvl1pPr>
              <a:defRPr>
                <a:solidFill>
                  <a:schemeClr val="tx2"/>
                </a:solidFill>
              </a:defRPr>
            </a:lvl1pPr>
            <a:extLst/>
          </a:lstStyle>
          <a:p>
            <a:fld id="{DE3545A3-7C92-41E1-A001-98D072E5789A}"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10871200" y="0"/>
            <a:ext cx="1320800" cy="6858000"/>
          </a:xfrm>
          <a:prstGeom prst="rect">
            <a:avLst/>
          </a:prstGeom>
          <a:blipFill>
            <a:blip r:embed="rId13">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 name="Title Placeholder 2"/>
          <p:cNvSpPr>
            <a:spLocks noGrp="1"/>
          </p:cNvSpPr>
          <p:nvPr>
            <p:ph type="title"/>
          </p:nvPr>
        </p:nvSpPr>
        <p:spPr>
          <a:xfrm>
            <a:off x="609600" y="320040"/>
            <a:ext cx="9652000" cy="1143000"/>
          </a:xfrm>
          <a:prstGeom prst="rect">
            <a:avLst/>
          </a:prstGeom>
        </p:spPr>
        <p:txBody>
          <a:bodyPr vert="horz" lIns="45720" tIns="0" rIns="45720" bIns="0" anchor="b" anchorCtr="0">
            <a:normAutofit/>
          </a:bodyPr>
          <a:lstStyle>
            <a:extLst/>
          </a:lstStyle>
          <a:p>
            <a:r>
              <a:rPr kumimoji="0" lang="en-US" smtClean="0"/>
              <a:t>Click to edit Master title style</a:t>
            </a:r>
            <a:endParaRPr kumimoji="0" lang="en-US"/>
          </a:p>
        </p:txBody>
      </p:sp>
      <p:sp>
        <p:nvSpPr>
          <p:cNvPr id="31" name="Text Placeholder 30"/>
          <p:cNvSpPr>
            <a:spLocks noGrp="1"/>
          </p:cNvSpPr>
          <p:nvPr>
            <p:ph type="body" idx="1"/>
          </p:nvPr>
        </p:nvSpPr>
        <p:spPr>
          <a:xfrm>
            <a:off x="609600" y="1609416"/>
            <a:ext cx="9652000" cy="484632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7" name="Date Placeholder 26"/>
          <p:cNvSpPr>
            <a:spLocks noGrp="1"/>
          </p:cNvSpPr>
          <p:nvPr>
            <p:ph type="dt" sz="half" idx="2"/>
          </p:nvPr>
        </p:nvSpPr>
        <p:spPr>
          <a:xfrm>
            <a:off x="5661248" y="6557946"/>
            <a:ext cx="2669952" cy="226902"/>
          </a:xfrm>
          <a:prstGeom prst="rect">
            <a:avLst/>
          </a:prstGeom>
        </p:spPr>
        <p:txBody>
          <a:bodyPr vert="horz" tIns="0" bIns="0" anchor="b"/>
          <a:lstStyle>
            <a:lvl1pPr algn="l" eaLnBrk="1" latinLnBrk="0" hangingPunct="1">
              <a:defRPr kumimoji="0" sz="1000">
                <a:solidFill>
                  <a:schemeClr val="tx2"/>
                </a:solidFill>
              </a:defRPr>
            </a:lvl1pPr>
            <a:extLst/>
          </a:lstStyle>
          <a:p>
            <a:fld id="{EE361A69-A70C-441A-8008-674C23508763}" type="datetimeFigureOut">
              <a:rPr lang="en-IN" smtClean="0"/>
              <a:pPr/>
              <a:t>07-05-2024</a:t>
            </a:fld>
            <a:endParaRPr lang="en-IN"/>
          </a:p>
        </p:txBody>
      </p:sp>
      <p:sp>
        <p:nvSpPr>
          <p:cNvPr id="4" name="Footer Placeholder 3"/>
          <p:cNvSpPr>
            <a:spLocks noGrp="1"/>
          </p:cNvSpPr>
          <p:nvPr>
            <p:ph type="ftr" sz="quarter" idx="3"/>
          </p:nvPr>
        </p:nvSpPr>
        <p:spPr>
          <a:xfrm>
            <a:off x="609600" y="6557946"/>
            <a:ext cx="48768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en-IN"/>
          </a:p>
        </p:txBody>
      </p:sp>
      <p:sp>
        <p:nvSpPr>
          <p:cNvPr id="16" name="Slide Number Placeholder 15"/>
          <p:cNvSpPr>
            <a:spLocks noGrp="1"/>
          </p:cNvSpPr>
          <p:nvPr>
            <p:ph type="sldNum" sz="quarter" idx="4"/>
          </p:nvPr>
        </p:nvSpPr>
        <p:spPr>
          <a:xfrm>
            <a:off x="8335264" y="6556248"/>
            <a:ext cx="784448"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DE3545A3-7C92-41E1-A001-98D072E5789A}"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chart" Target="../charts/char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0.jpeg"/><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openxmlformats.org/officeDocument/2006/relationships/image" Target="../media/image9.jpeg"/><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xmlns="" id="{EEE76444-08D0-4792-992E-9116A3A08DB0}"/>
              </a:ext>
            </a:extLst>
          </p:cNvPr>
          <p:cNvSpPr/>
          <p:nvPr/>
        </p:nvSpPr>
        <p:spPr>
          <a:xfrm rot="5400000">
            <a:off x="3201044" y="-395007"/>
            <a:ext cx="5766466" cy="8071338"/>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IN" dirty="0" smtClean="0"/>
              <a:t>t</a:t>
            </a:r>
            <a:endParaRPr lang="en-IN" dirty="0"/>
          </a:p>
        </p:txBody>
      </p:sp>
      <p:sp>
        <p:nvSpPr>
          <p:cNvPr id="19" name="Rectangle 18"/>
          <p:cNvSpPr/>
          <p:nvPr/>
        </p:nvSpPr>
        <p:spPr>
          <a:xfrm>
            <a:off x="2066191" y="202222"/>
            <a:ext cx="7930663" cy="94077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3600" b="1" dirty="0" smtClean="0">
                <a:solidFill>
                  <a:srgbClr val="FFFF00"/>
                </a:solidFill>
                <a:latin typeface="Algerian" pitchFamily="82" charset="0"/>
              </a:rPr>
              <a:t>RESEARCH METHODOLOGY &amp; BUSINESS </a:t>
            </a:r>
            <a:r>
              <a:rPr lang="en-US" sz="3600" b="1" smtClean="0">
                <a:solidFill>
                  <a:srgbClr val="FFFF00"/>
                </a:solidFill>
                <a:latin typeface="Algerian" pitchFamily="82" charset="0"/>
              </a:rPr>
              <a:t>STATISTICS </a:t>
            </a:r>
            <a:endParaRPr lang="en-US" sz="3600" b="1" dirty="0">
              <a:solidFill>
                <a:srgbClr val="FFFF00"/>
              </a:solidFill>
              <a:latin typeface="Algerian" pitchFamily="82" charset="0"/>
            </a:endParaRPr>
          </a:p>
        </p:txBody>
      </p:sp>
      <p:sp>
        <p:nvSpPr>
          <p:cNvPr id="20" name="Rounded Rectangle 19"/>
          <p:cNvSpPr/>
          <p:nvPr/>
        </p:nvSpPr>
        <p:spPr>
          <a:xfrm>
            <a:off x="2672862" y="1283677"/>
            <a:ext cx="7086600" cy="266407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lvl="0" algn="ctr"/>
            <a:r>
              <a:rPr lang="en-US" b="1" dirty="0" smtClean="0">
                <a:solidFill>
                  <a:srgbClr val="7030A0"/>
                </a:solidFill>
                <a:latin typeface="Algerian" pitchFamily="82" charset="0"/>
              </a:rPr>
              <a:t>MR. ANWESHAN JANA</a:t>
            </a:r>
          </a:p>
          <a:p>
            <a:pPr lvl="0" algn="ctr"/>
            <a:r>
              <a:rPr lang="en-US" b="1" dirty="0" smtClean="0">
                <a:solidFill>
                  <a:srgbClr val="7030A0"/>
                </a:solidFill>
              </a:rPr>
              <a:t>Master’s of Business Administration (1</a:t>
            </a:r>
            <a:r>
              <a:rPr lang="en-US" b="1" baseline="30000" dirty="0" smtClean="0">
                <a:solidFill>
                  <a:srgbClr val="7030A0"/>
                </a:solidFill>
              </a:rPr>
              <a:t>st</a:t>
            </a:r>
            <a:r>
              <a:rPr lang="en-US" b="1" dirty="0" smtClean="0">
                <a:solidFill>
                  <a:srgbClr val="7030A0"/>
                </a:solidFill>
              </a:rPr>
              <a:t> Year)</a:t>
            </a:r>
          </a:p>
          <a:p>
            <a:pPr lvl="0" algn="ctr"/>
            <a:r>
              <a:rPr lang="en-US" b="1" dirty="0" smtClean="0">
                <a:solidFill>
                  <a:srgbClr val="7030A0"/>
                </a:solidFill>
              </a:rPr>
              <a:t>Bengal Institute of Technology &amp; Management (163)</a:t>
            </a:r>
          </a:p>
          <a:p>
            <a:pPr lvl="0" algn="ctr"/>
            <a:r>
              <a:rPr lang="en-US" b="1" dirty="0" err="1" smtClean="0">
                <a:solidFill>
                  <a:srgbClr val="7030A0"/>
                </a:solidFill>
              </a:rPr>
              <a:t>Maulana</a:t>
            </a:r>
            <a:r>
              <a:rPr lang="en-US" b="1" dirty="0" smtClean="0">
                <a:solidFill>
                  <a:srgbClr val="7030A0"/>
                </a:solidFill>
              </a:rPr>
              <a:t> </a:t>
            </a:r>
            <a:r>
              <a:rPr lang="en-US" b="1" dirty="0" err="1" smtClean="0">
                <a:solidFill>
                  <a:srgbClr val="7030A0"/>
                </a:solidFill>
              </a:rPr>
              <a:t>Abul</a:t>
            </a:r>
            <a:r>
              <a:rPr lang="en-US" b="1" dirty="0" smtClean="0">
                <a:solidFill>
                  <a:srgbClr val="7030A0"/>
                </a:solidFill>
              </a:rPr>
              <a:t> </a:t>
            </a:r>
            <a:r>
              <a:rPr lang="en-US" b="1" dirty="0" err="1" smtClean="0">
                <a:solidFill>
                  <a:srgbClr val="7030A0"/>
                </a:solidFill>
              </a:rPr>
              <a:t>Kalam</a:t>
            </a:r>
            <a:r>
              <a:rPr lang="en-US" b="1" dirty="0" smtClean="0">
                <a:solidFill>
                  <a:srgbClr val="7030A0"/>
                </a:solidFill>
              </a:rPr>
              <a:t> Azad University of Technology</a:t>
            </a:r>
          </a:p>
          <a:p>
            <a:pPr lvl="0" algn="ctr"/>
            <a:r>
              <a:rPr lang="en-US" b="1" dirty="0" smtClean="0">
                <a:solidFill>
                  <a:srgbClr val="7030A0"/>
                </a:solidFill>
              </a:rPr>
              <a:t>Roll Number- 16300923003</a:t>
            </a:r>
          </a:p>
          <a:p>
            <a:pPr lvl="0" algn="ctr"/>
            <a:r>
              <a:rPr lang="en-US" b="1" dirty="0" smtClean="0">
                <a:solidFill>
                  <a:srgbClr val="7030A0"/>
                </a:solidFill>
              </a:rPr>
              <a:t>Reg. Number- 231630710003</a:t>
            </a:r>
          </a:p>
          <a:p>
            <a:pPr lvl="0" algn="ctr"/>
            <a:r>
              <a:rPr lang="en-US" b="1" dirty="0" smtClean="0">
                <a:solidFill>
                  <a:srgbClr val="7030A0"/>
                </a:solidFill>
              </a:rPr>
              <a:t>anweshanjana45@yahoo.com</a:t>
            </a:r>
            <a:endParaRPr lang="en-US" b="1" dirty="0" smtClean="0">
              <a:solidFill>
                <a:srgbClr val="7030A0"/>
              </a:solidFill>
            </a:endParaRPr>
          </a:p>
          <a:p>
            <a:pPr lvl="0" algn="ctr"/>
            <a:r>
              <a:rPr lang="en-US" b="1" dirty="0" smtClean="0">
                <a:solidFill>
                  <a:srgbClr val="7030A0"/>
                </a:solidFill>
              </a:rPr>
              <a:t>+91 7557859997</a:t>
            </a:r>
            <a:endParaRPr lang="en-US" b="1" dirty="0">
              <a:solidFill>
                <a:srgbClr val="7030A0"/>
              </a:solidFill>
            </a:endParaRPr>
          </a:p>
        </p:txBody>
      </p:sp>
      <p:sp>
        <p:nvSpPr>
          <p:cNvPr id="21" name="Right Arrow 20"/>
          <p:cNvSpPr/>
          <p:nvPr/>
        </p:nvSpPr>
        <p:spPr>
          <a:xfrm>
            <a:off x="1978270" y="4317023"/>
            <a:ext cx="8897816" cy="19343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solidFill>
                  <a:srgbClr val="FFFF00"/>
                </a:solidFill>
              </a:rPr>
              <a:t>THE REAL LIFE APPLICATION OF LINEAR PROGRAMMING PROGRAM</a:t>
            </a:r>
            <a:endParaRPr lang="en-US" sz="2800" b="1" dirty="0">
              <a:solidFill>
                <a:srgbClr val="FFFF00"/>
              </a:solidFill>
            </a:endParaRPr>
          </a:p>
        </p:txBody>
      </p:sp>
      <p:pic>
        <p:nvPicPr>
          <p:cNvPr id="22" name="Picture 2" descr="C:\Users\MR. ANWESHAN JANA\AppData\Local\Packages\Microsoft.Windows.Photos_8wekyb3d8bbwe\TempState\ShareServiceTempFolder\download.jpeg"/>
          <p:cNvPicPr>
            <a:picLocks noChangeAspect="1" noChangeArrowheads="1"/>
          </p:cNvPicPr>
          <p:nvPr/>
        </p:nvPicPr>
        <p:blipFill>
          <a:blip r:embed="rId2" cstate="print"/>
          <a:srcRect/>
          <a:stretch>
            <a:fillRect/>
          </a:stretch>
        </p:blipFill>
        <p:spPr bwMode="auto">
          <a:xfrm>
            <a:off x="1305177" y="237392"/>
            <a:ext cx="669793" cy="669793"/>
          </a:xfrm>
          <a:prstGeom prst="rect">
            <a:avLst/>
          </a:prstGeom>
          <a:noFill/>
        </p:spPr>
      </p:pic>
      <p:pic>
        <p:nvPicPr>
          <p:cNvPr id="27" name="Picture 2" descr="C:\Users\MR. ANWESHAN JANA\Desktop\images (1).jpg"/>
          <p:cNvPicPr>
            <a:picLocks noChangeAspect="1" noChangeArrowheads="1"/>
          </p:cNvPicPr>
          <p:nvPr/>
        </p:nvPicPr>
        <p:blipFill>
          <a:blip r:embed="rId3"/>
          <a:srcRect/>
          <a:stretch>
            <a:fillRect/>
          </a:stretch>
        </p:blipFill>
        <p:spPr bwMode="auto">
          <a:xfrm>
            <a:off x="10127397" y="307730"/>
            <a:ext cx="1065211" cy="647264"/>
          </a:xfrm>
          <a:prstGeom prst="rect">
            <a:avLst/>
          </a:prstGeom>
          <a:noFill/>
        </p:spPr>
      </p:pic>
    </p:spTree>
    <p:extLst>
      <p:ext uri="{BB962C8B-B14F-4D97-AF65-F5344CB8AC3E}">
        <p14:creationId xmlns:p14="http://schemas.microsoft.com/office/powerpoint/2010/main" xmlns="" val="848859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397977" y="1828800"/>
          <a:ext cx="8141677" cy="3578469"/>
        </p:xfrm>
        <a:graphic>
          <a:graphicData uri="http://schemas.openxmlformats.org/drawingml/2006/table">
            <a:tbl>
              <a:tblPr>
                <a:tableStyleId>{2D5ABB26-0587-4C30-8999-92F81FD0307C}</a:tableStyleId>
              </a:tblPr>
              <a:tblGrid>
                <a:gridCol w="8141677"/>
              </a:tblGrid>
              <a:tr h="3578469">
                <a:tc>
                  <a:txBody>
                    <a:bodyPr/>
                    <a:lstStyle/>
                    <a:p>
                      <a:endParaRPr lang="en-US" dirty="0"/>
                    </a:p>
                  </a:txBody>
                  <a:tcPr/>
                </a:tc>
              </a:tr>
            </a:tbl>
          </a:graphicData>
        </a:graphic>
      </p:graphicFrame>
      <p:graphicFrame>
        <p:nvGraphicFramePr>
          <p:cNvPr id="3" name="Table 2"/>
          <p:cNvGraphicFramePr>
            <a:graphicFrameLocks noGrp="1"/>
          </p:cNvGraphicFramePr>
          <p:nvPr/>
        </p:nvGraphicFramePr>
        <p:xfrm>
          <a:off x="1257300" y="954845"/>
          <a:ext cx="9135208" cy="5486400"/>
        </p:xfrm>
        <a:graphic>
          <a:graphicData uri="http://schemas.openxmlformats.org/drawingml/2006/table">
            <a:tbl>
              <a:tblPr/>
              <a:tblGrid>
                <a:gridCol w="9135208"/>
              </a:tblGrid>
              <a:tr h="4888523">
                <a:tc>
                  <a:txBody>
                    <a:bodyPr/>
                    <a:lstStyle/>
                    <a:p>
                      <a:r>
                        <a:rPr kumimoji="0" lang="en-US" sz="1200" kern="1200" dirty="0" smtClean="0">
                          <a:solidFill>
                            <a:schemeClr val="tx1"/>
                          </a:solidFill>
                          <a:latin typeface="Times New Roman" pitchFamily="18" charset="0"/>
                          <a:ea typeface="+mn-ea"/>
                          <a:cs typeface="Times New Roman" pitchFamily="18" charset="0"/>
                        </a:rPr>
                        <a:t>Linear Programming Problem is used to find the best or optimal solution to a problem that requires a decision or set of decisions about how best to use a set of limited resources to achieve a good goal of objectives. Linear Programming or Linear Optimization may be defined as the problem or maximization a linear function that is subjected to linear constraints. The constraints may be equalities or inequalities. The optimization problems involve the calculation of profit and loss. It is a method to achieve the best outcome (such as maximum profit and lower cost) in a mathematical model whose requirements are represented by linear relationships. The objective function should be specified quantitatively.</a:t>
                      </a:r>
                    </a:p>
                    <a:p>
                      <a:r>
                        <a:rPr kumimoji="0" lang="en-US" sz="1200" kern="1200" dirty="0" smtClean="0">
                          <a:solidFill>
                            <a:schemeClr val="tx1"/>
                          </a:solidFill>
                          <a:latin typeface="Times New Roman" pitchFamily="18" charset="0"/>
                          <a:ea typeface="+mn-ea"/>
                          <a:cs typeface="Times New Roman" pitchFamily="18" charset="0"/>
                        </a:rPr>
                        <a:t>Some types of Linear Programming are as follows- </a:t>
                      </a:r>
                    </a:p>
                    <a:p>
                      <a:pPr lvl="0"/>
                      <a:r>
                        <a:rPr kumimoji="0" lang="en-US" sz="1200" kern="1200" dirty="0" smtClean="0">
                          <a:solidFill>
                            <a:schemeClr val="tx1"/>
                          </a:solidFill>
                          <a:latin typeface="Times New Roman" pitchFamily="18" charset="0"/>
                          <a:ea typeface="+mn-ea"/>
                          <a:cs typeface="Times New Roman" pitchFamily="18" charset="0"/>
                        </a:rPr>
                        <a:t>1. To solve linear programs by graphical model</a:t>
                      </a:r>
                    </a:p>
                    <a:p>
                      <a:pPr lvl="0"/>
                      <a:r>
                        <a:rPr kumimoji="0" lang="en-US" sz="1200" kern="1200" dirty="0" smtClean="0">
                          <a:solidFill>
                            <a:schemeClr val="tx1"/>
                          </a:solidFill>
                          <a:latin typeface="Times New Roman" pitchFamily="18" charset="0"/>
                          <a:ea typeface="+mn-ea"/>
                          <a:cs typeface="Times New Roman" pitchFamily="18" charset="0"/>
                        </a:rPr>
                        <a:t>2. To solve linear programming using ‘R’ solve linear program using open solver</a:t>
                      </a:r>
                    </a:p>
                    <a:p>
                      <a:pPr lvl="0"/>
                      <a:endParaRPr kumimoji="0" lang="en-US" sz="1200" kern="1200" dirty="0" smtClean="0">
                        <a:solidFill>
                          <a:schemeClr val="tx1"/>
                        </a:solidFill>
                        <a:latin typeface="Times New Roman" pitchFamily="18" charset="0"/>
                        <a:ea typeface="+mn-ea"/>
                        <a:cs typeface="Times New Roman" pitchFamily="18" charset="0"/>
                      </a:endParaRPr>
                    </a:p>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1200" kern="1200" dirty="0" smtClean="0">
                          <a:solidFill>
                            <a:schemeClr val="tx1"/>
                          </a:solidFill>
                          <a:latin typeface="Times New Roman" pitchFamily="18" charset="0"/>
                          <a:ea typeface="+mn-ea"/>
                          <a:cs typeface="Times New Roman" pitchFamily="18" charset="0"/>
                        </a:rPr>
                        <a:t>Linear Programming Problem is used to find the best or optimal solution to a problem that requires a decision or set of decisions about how best to use a set of limited resources to achieve a good goal of objectives. Linear Programming or Linear Optimization may be defined as the problem or maximization a linear function that is subjected to linear constraints. The constraints may be equalities or inequalities. The optimization problems involve the calculation of profit and loss. It is a method to achieve the best outcome (such as maximum profit and lower cost) in a mathematical model whose requirements are represented by linear relationships. The objective function should be specified quantitatively. Linear Programming is heavily used in microeconomics and company management, such as planning; production; transportation; technology and other issues- either to maximize the income or minimize the costs of a production scheme. </a:t>
                      </a:r>
                    </a:p>
                    <a:p>
                      <a:r>
                        <a:rPr lang="en-US" dirty="0" smtClean="0"/>
                        <a:t>Y                                           </a:t>
                      </a:r>
                    </a:p>
                    <a:p>
                      <a:endParaRPr lang="en-US" dirty="0" smtClean="0"/>
                    </a:p>
                    <a:p>
                      <a:r>
                        <a:rPr lang="en-US" dirty="0" smtClean="0"/>
                        <a:t>    </a:t>
                      </a:r>
                    </a:p>
                    <a:p>
                      <a:r>
                        <a:rPr lang="en-US" baseline="0" dirty="0" smtClean="0"/>
                        <a:t>   </a:t>
                      </a:r>
                      <a:r>
                        <a:rPr lang="en-US" dirty="0" smtClean="0"/>
                        <a:t>B                                    </a:t>
                      </a:r>
                    </a:p>
                    <a:p>
                      <a:endParaRPr lang="en-US" dirty="0" smtClean="0"/>
                    </a:p>
                    <a:p>
                      <a:endParaRPr lang="en-US" dirty="0" smtClean="0"/>
                    </a:p>
                    <a:p>
                      <a:r>
                        <a:rPr lang="en-US" dirty="0" smtClean="0"/>
                        <a:t>                 A</a:t>
                      </a:r>
                    </a:p>
                    <a:p>
                      <a:endParaRPr lang="en-US" dirty="0" smtClean="0"/>
                    </a:p>
                    <a:p>
                      <a:r>
                        <a:rPr lang="en-US" dirty="0" smtClean="0"/>
                        <a:t>                                 X</a:t>
                      </a:r>
                      <a:endParaRPr lang="en-US" dirty="0"/>
                    </a:p>
                  </a:txBody>
                  <a:tcPr>
                    <a:lnL w="28575" cmpd="sng">
                      <a:solidFill>
                        <a:srgbClr val="00B050"/>
                      </a:solidFill>
                      <a:prstDash val="solid"/>
                    </a:lnL>
                    <a:lnR w="28575" cmpd="sng">
                      <a:solidFill>
                        <a:srgbClr val="00B050"/>
                      </a:solidFill>
                      <a:prstDash val="solid"/>
                    </a:lnR>
                    <a:lnT w="28575" cmpd="sng">
                      <a:solidFill>
                        <a:srgbClr val="00B050"/>
                      </a:solidFill>
                      <a:prstDash val="solid"/>
                    </a:lnT>
                    <a:lnB w="28575" cmpd="sng">
                      <a:solidFill>
                        <a:srgbClr val="00B050"/>
                      </a:solidFill>
                      <a:prstDash val="solid"/>
                    </a:lnB>
                  </a:tcPr>
                </a:tc>
              </a:tr>
            </a:tbl>
          </a:graphicData>
        </a:graphic>
      </p:graphicFrame>
      <p:graphicFrame>
        <p:nvGraphicFramePr>
          <p:cNvPr id="4" name="Table 3"/>
          <p:cNvGraphicFramePr>
            <a:graphicFrameLocks noGrp="1"/>
          </p:cNvGraphicFramePr>
          <p:nvPr/>
        </p:nvGraphicFramePr>
        <p:xfrm>
          <a:off x="4703885" y="509953"/>
          <a:ext cx="1916723" cy="439616"/>
        </p:xfrm>
        <a:graphic>
          <a:graphicData uri="http://schemas.openxmlformats.org/drawingml/2006/table">
            <a:tbl>
              <a:tblPr/>
              <a:tblGrid>
                <a:gridCol w="1916723"/>
              </a:tblGrid>
              <a:tr h="439616">
                <a:tc>
                  <a:txBody>
                    <a:bodyPr/>
                    <a:lstStyle/>
                    <a:p>
                      <a:pPr algn="ctr"/>
                      <a:r>
                        <a:rPr lang="en-US" b="1" dirty="0" smtClean="0"/>
                        <a:t>INTRODUCTION</a:t>
                      </a:r>
                      <a:endParaRPr lang="en-US" b="1" dirty="0"/>
                    </a:p>
                  </a:txBody>
                  <a:tcPr>
                    <a:lnL w="28575" cmpd="sng">
                      <a:solidFill>
                        <a:srgbClr val="00B050"/>
                      </a:solidFill>
                      <a:prstDash val="solid"/>
                    </a:lnL>
                    <a:lnR w="28575" cmpd="sng">
                      <a:solidFill>
                        <a:srgbClr val="00B050"/>
                      </a:solidFill>
                      <a:prstDash val="solid"/>
                    </a:lnR>
                    <a:lnT w="28575" cmpd="sng">
                      <a:solidFill>
                        <a:srgbClr val="00B050"/>
                      </a:solidFill>
                      <a:prstDash val="solid"/>
                    </a:lnT>
                    <a:lnB w="28575" cmpd="sng">
                      <a:solidFill>
                        <a:srgbClr val="00B050"/>
                      </a:solidFill>
                      <a:prstDash val="solid"/>
                    </a:lnB>
                  </a:tcPr>
                </a:tc>
              </a:tr>
            </a:tbl>
          </a:graphicData>
        </a:graphic>
      </p:graphicFrame>
      <p:cxnSp>
        <p:nvCxnSpPr>
          <p:cNvPr id="6" name="Straight Arrow Connector 5"/>
          <p:cNvCxnSpPr/>
          <p:nvPr/>
        </p:nvCxnSpPr>
        <p:spPr>
          <a:xfrm flipV="1">
            <a:off x="1424354" y="6005146"/>
            <a:ext cx="2171700" cy="5275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9" name="Straight Arrow Connector 8"/>
          <p:cNvCxnSpPr/>
          <p:nvPr/>
        </p:nvCxnSpPr>
        <p:spPr>
          <a:xfrm rot="16200000" flipV="1">
            <a:off x="589085" y="5213839"/>
            <a:ext cx="1679331" cy="879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3" name="Straight Connector 12"/>
          <p:cNvCxnSpPr/>
          <p:nvPr/>
        </p:nvCxnSpPr>
        <p:spPr>
          <a:xfrm>
            <a:off x="1292469" y="4818185"/>
            <a:ext cx="1450731" cy="1424353"/>
          </a:xfrm>
          <a:prstGeom prst="line">
            <a:avLst/>
          </a:prstGeom>
        </p:spPr>
        <p:style>
          <a:lnRef idx="3">
            <a:schemeClr val="dk1"/>
          </a:lnRef>
          <a:fillRef idx="0">
            <a:schemeClr val="dk1"/>
          </a:fillRef>
          <a:effectRef idx="2">
            <a:schemeClr val="dk1"/>
          </a:effectRef>
          <a:fontRef idx="minor">
            <a:schemeClr val="tx1"/>
          </a:fontRef>
        </p:style>
      </p:cxnSp>
      <p:sp>
        <p:nvSpPr>
          <p:cNvPr id="14" name="Rectangle 13"/>
          <p:cNvSpPr/>
          <p:nvPr/>
        </p:nvSpPr>
        <p:spPr>
          <a:xfrm>
            <a:off x="3174023" y="4686301"/>
            <a:ext cx="1345222" cy="5539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 (c/a,0)</a:t>
            </a:r>
          </a:p>
          <a:p>
            <a:pPr algn="ctr"/>
            <a:r>
              <a:rPr lang="en-US" dirty="0" smtClean="0"/>
              <a:t>B= (0, c/b)</a:t>
            </a:r>
          </a:p>
        </p:txBody>
      </p:sp>
      <p:sp>
        <p:nvSpPr>
          <p:cNvPr id="17" name="Rectangle 16"/>
          <p:cNvSpPr/>
          <p:nvPr/>
        </p:nvSpPr>
        <p:spPr>
          <a:xfrm>
            <a:off x="2690448" y="3965333"/>
            <a:ext cx="2057400" cy="7033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ax+by</a:t>
            </a:r>
            <a:r>
              <a:rPr lang="en-US" dirty="0" smtClean="0"/>
              <a:t>=c</a:t>
            </a:r>
          </a:p>
          <a:p>
            <a:pPr algn="ctr"/>
            <a:r>
              <a:rPr lang="en-US" dirty="0" smtClean="0"/>
              <a:t>ax/</a:t>
            </a:r>
            <a:r>
              <a:rPr lang="en-US" dirty="0" err="1" smtClean="0"/>
              <a:t>c+by</a:t>
            </a:r>
            <a:r>
              <a:rPr lang="en-US" dirty="0" smtClean="0"/>
              <a:t>/c=c/c</a:t>
            </a:r>
          </a:p>
          <a:p>
            <a:pPr algn="ctr"/>
            <a:endParaRPr lang="en-US" dirty="0"/>
          </a:p>
        </p:txBody>
      </p:sp>
      <p:graphicFrame>
        <p:nvGraphicFramePr>
          <p:cNvPr id="20" name="Table 19"/>
          <p:cNvGraphicFramePr>
            <a:graphicFrameLocks noGrp="1"/>
          </p:cNvGraphicFramePr>
          <p:nvPr/>
        </p:nvGraphicFramePr>
        <p:xfrm>
          <a:off x="4703885" y="4000500"/>
          <a:ext cx="5380892" cy="2286000"/>
        </p:xfrm>
        <a:graphic>
          <a:graphicData uri="http://schemas.openxmlformats.org/drawingml/2006/table">
            <a:tbl>
              <a:tblPr/>
              <a:tblGrid>
                <a:gridCol w="5380892"/>
              </a:tblGrid>
              <a:tr h="2180492">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1600" kern="1200" dirty="0" smtClean="0">
                          <a:solidFill>
                            <a:schemeClr val="tx1"/>
                          </a:solidFill>
                          <a:latin typeface="Times New Roman" pitchFamily="18" charset="0"/>
                          <a:ea typeface="+mn-ea"/>
                          <a:cs typeface="Times New Roman" pitchFamily="18" charset="0"/>
                        </a:rPr>
                        <a:t>In the real world the problem is to find the maximum profit for a certain production. In ‘</a:t>
                      </a:r>
                      <a:r>
                        <a:rPr kumimoji="0" lang="en-US" sz="1600" b="1" kern="1200" dirty="0" smtClean="0">
                          <a:solidFill>
                            <a:schemeClr val="tx1"/>
                          </a:solidFill>
                          <a:latin typeface="Times New Roman" pitchFamily="18" charset="0"/>
                          <a:ea typeface="+mn-ea"/>
                          <a:cs typeface="Times New Roman" pitchFamily="18" charset="0"/>
                        </a:rPr>
                        <a:t>REAL LIFE</a:t>
                      </a:r>
                      <a:r>
                        <a:rPr kumimoji="0" lang="en-US" sz="1600" kern="1200" dirty="0" smtClean="0">
                          <a:solidFill>
                            <a:schemeClr val="tx1"/>
                          </a:solidFill>
                          <a:latin typeface="Times New Roman" pitchFamily="18" charset="0"/>
                          <a:ea typeface="+mn-ea"/>
                          <a:cs typeface="Times New Roman" pitchFamily="18" charset="0"/>
                        </a:rPr>
                        <a:t>’ linear programming is part of a very important area of mathematics are called “</a:t>
                      </a:r>
                      <a:r>
                        <a:rPr kumimoji="0" lang="en-US" sz="1600" b="1" kern="1200" dirty="0" smtClean="0">
                          <a:solidFill>
                            <a:schemeClr val="tx1"/>
                          </a:solidFill>
                          <a:latin typeface="Times New Roman" pitchFamily="18" charset="0"/>
                          <a:ea typeface="+mn-ea"/>
                          <a:cs typeface="Times New Roman" pitchFamily="18" charset="0"/>
                        </a:rPr>
                        <a:t>QUANTITATIVE TECHNIQUES</a:t>
                      </a:r>
                      <a:r>
                        <a:rPr kumimoji="0" lang="en-US" sz="1600" kern="1200" dirty="0" smtClean="0">
                          <a:solidFill>
                            <a:schemeClr val="tx1"/>
                          </a:solidFill>
                          <a:latin typeface="Times New Roman" pitchFamily="18" charset="0"/>
                          <a:ea typeface="+mn-ea"/>
                          <a:cs typeface="Times New Roman" pitchFamily="18" charset="0"/>
                        </a:rPr>
                        <a:t>”. Many real world problems lend themselves to linear programming modeling. Many real world problems can be approximately by linear models. There are well known successful applications in – manufacturing; marketing; finance (investment); advertising &amp; agriculture.</a:t>
                      </a:r>
                    </a:p>
                  </a:txBody>
                  <a:tcPr>
                    <a:lnL w="28575" cmpd="sng">
                      <a:solidFill>
                        <a:srgbClr val="00B050"/>
                      </a:solidFill>
                      <a:prstDash val="solid"/>
                    </a:lnL>
                    <a:lnR w="28575" cmpd="sng">
                      <a:solidFill>
                        <a:srgbClr val="00B050"/>
                      </a:solidFill>
                      <a:prstDash val="solid"/>
                    </a:lnR>
                    <a:lnT w="28575" cmpd="sng">
                      <a:solidFill>
                        <a:srgbClr val="00B050"/>
                      </a:solidFill>
                      <a:prstDash val="solid"/>
                    </a:lnT>
                    <a:lnB w="28575" cmpd="sng">
                      <a:solidFill>
                        <a:srgbClr val="00B050"/>
                      </a:solidFill>
                      <a:prstDash val="solid"/>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600199" y="1641347"/>
          <a:ext cx="7886701" cy="4171188"/>
        </p:xfrm>
        <a:graphic>
          <a:graphicData uri="http://schemas.openxmlformats.org/drawingml/2006/table">
            <a:tbl>
              <a:tblPr/>
              <a:tblGrid>
                <a:gridCol w="1167200"/>
                <a:gridCol w="3177376"/>
                <a:gridCol w="3542125"/>
              </a:tblGrid>
              <a:tr h="0">
                <a:tc>
                  <a:txBody>
                    <a:bodyPr/>
                    <a:lstStyle/>
                    <a:p>
                      <a:pPr marL="0" marR="0" algn="ctr">
                        <a:lnSpc>
                          <a:spcPct val="115000"/>
                        </a:lnSpc>
                        <a:spcBef>
                          <a:spcPts val="0"/>
                        </a:spcBef>
                        <a:spcAft>
                          <a:spcPts val="0"/>
                        </a:spcAft>
                        <a:tabLst>
                          <a:tab pos="1466850" algn="l"/>
                        </a:tabLst>
                      </a:pPr>
                      <a:r>
                        <a:rPr lang="en-US" sz="1400" b="1" dirty="0">
                          <a:solidFill>
                            <a:srgbClr val="00B050"/>
                          </a:solidFill>
                          <a:latin typeface="Times New Roman"/>
                          <a:ea typeface="Calibri"/>
                          <a:cs typeface="Vrinda"/>
                        </a:rPr>
                        <a:t>Year</a:t>
                      </a:r>
                      <a:endParaRPr lang="en-US" sz="1400" dirty="0">
                        <a:latin typeface="Calibri"/>
                        <a:ea typeface="Calibri"/>
                        <a:cs typeface="Vrind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tabLst>
                          <a:tab pos="1466850" algn="l"/>
                        </a:tabLst>
                      </a:pPr>
                      <a:r>
                        <a:rPr lang="en-US" sz="1400" b="1">
                          <a:solidFill>
                            <a:srgbClr val="00B050"/>
                          </a:solidFill>
                          <a:latin typeface="Times New Roman"/>
                          <a:ea typeface="Calibri"/>
                          <a:cs typeface="Vrinda"/>
                        </a:rPr>
                        <a:t>Scientist</a:t>
                      </a:r>
                      <a:endParaRPr lang="en-US" sz="1400">
                        <a:latin typeface="Calibri"/>
                        <a:ea typeface="Calibri"/>
                        <a:cs typeface="Vrind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tabLst>
                          <a:tab pos="1466850" algn="l"/>
                        </a:tabLst>
                      </a:pPr>
                      <a:r>
                        <a:rPr lang="en-US" sz="1400" b="1">
                          <a:solidFill>
                            <a:srgbClr val="00B050"/>
                          </a:solidFill>
                          <a:latin typeface="Times New Roman"/>
                          <a:ea typeface="Calibri"/>
                          <a:cs typeface="Vrinda"/>
                        </a:rPr>
                        <a:t>Remarks</a:t>
                      </a:r>
                      <a:endParaRPr lang="en-US" sz="1400">
                        <a:latin typeface="Calibri"/>
                        <a:ea typeface="Calibri"/>
                        <a:cs typeface="Vrind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ctr">
                        <a:lnSpc>
                          <a:spcPct val="115000"/>
                        </a:lnSpc>
                        <a:spcBef>
                          <a:spcPts val="0"/>
                        </a:spcBef>
                        <a:spcAft>
                          <a:spcPts val="0"/>
                        </a:spcAft>
                        <a:tabLst>
                          <a:tab pos="1466850" algn="l"/>
                        </a:tabLst>
                      </a:pPr>
                      <a:r>
                        <a:rPr lang="en-US" sz="1400" dirty="0">
                          <a:latin typeface="Times New Roman"/>
                          <a:ea typeface="Calibri"/>
                          <a:cs typeface="Vrinda"/>
                        </a:rPr>
                        <a:t>1947</a:t>
                      </a:r>
                      <a:endParaRPr lang="en-US" sz="1400" dirty="0">
                        <a:latin typeface="Calibri"/>
                        <a:ea typeface="Calibri"/>
                        <a:cs typeface="Vrind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tabLst>
                          <a:tab pos="1466850" algn="l"/>
                        </a:tabLst>
                      </a:pPr>
                      <a:r>
                        <a:rPr lang="en-US" sz="1400" dirty="0">
                          <a:latin typeface="Times New Roman"/>
                          <a:ea typeface="Calibri"/>
                          <a:cs typeface="Vrinda"/>
                        </a:rPr>
                        <a:t>George B. </a:t>
                      </a:r>
                      <a:r>
                        <a:rPr lang="en-US" sz="1400" b="1" i="1" dirty="0" err="1">
                          <a:latin typeface="Times New Roman"/>
                          <a:ea typeface="Calibri"/>
                          <a:cs typeface="Vrinda"/>
                        </a:rPr>
                        <a:t>Dantzig</a:t>
                      </a:r>
                      <a:endParaRPr lang="en-US" sz="1400" dirty="0">
                        <a:latin typeface="Calibri"/>
                        <a:ea typeface="Calibri"/>
                        <a:cs typeface="Vrind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tabLst>
                          <a:tab pos="1466850" algn="l"/>
                        </a:tabLst>
                      </a:pPr>
                      <a:r>
                        <a:rPr lang="en-US" sz="1400" dirty="0">
                          <a:latin typeface="Times New Roman"/>
                          <a:ea typeface="Calibri"/>
                          <a:cs typeface="Vrinda"/>
                        </a:rPr>
                        <a:t>George </a:t>
                      </a:r>
                      <a:r>
                        <a:rPr lang="en-US" sz="1400" dirty="0" err="1">
                          <a:latin typeface="Times New Roman"/>
                          <a:ea typeface="Calibri"/>
                          <a:cs typeface="Vrinda"/>
                        </a:rPr>
                        <a:t>Dantzig</a:t>
                      </a:r>
                      <a:r>
                        <a:rPr lang="en-US" sz="1400" dirty="0">
                          <a:latin typeface="Times New Roman"/>
                          <a:ea typeface="Calibri"/>
                          <a:cs typeface="Vrinda"/>
                        </a:rPr>
                        <a:t> created a simplex algorithm to solve linear programs for planning and decision-making in large-scale enterprises. The algorithm's success led to a vast array of specializations and generalizations that have dominated practical operations research for half a century.</a:t>
                      </a:r>
                      <a:endParaRPr lang="en-US" sz="1400" dirty="0">
                        <a:latin typeface="Calibri"/>
                        <a:ea typeface="Calibri"/>
                        <a:cs typeface="Vrind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ctr">
                        <a:lnSpc>
                          <a:spcPct val="115000"/>
                        </a:lnSpc>
                        <a:spcBef>
                          <a:spcPts val="0"/>
                        </a:spcBef>
                        <a:spcAft>
                          <a:spcPts val="0"/>
                        </a:spcAft>
                        <a:tabLst>
                          <a:tab pos="1466850" algn="l"/>
                        </a:tabLst>
                      </a:pPr>
                      <a:r>
                        <a:rPr lang="en-US" sz="1400">
                          <a:latin typeface="Times New Roman"/>
                          <a:ea typeface="Calibri"/>
                          <a:cs typeface="Vrinda"/>
                        </a:rPr>
                        <a:t>14</a:t>
                      </a:r>
                      <a:r>
                        <a:rPr lang="en-US" sz="1400" baseline="30000">
                          <a:latin typeface="Times New Roman"/>
                          <a:ea typeface="Calibri"/>
                          <a:cs typeface="Vrinda"/>
                        </a:rPr>
                        <a:t>th </a:t>
                      </a:r>
                      <a:r>
                        <a:rPr lang="en-US" sz="1400">
                          <a:latin typeface="Times New Roman"/>
                          <a:ea typeface="Calibri"/>
                          <a:cs typeface="Vrinda"/>
                        </a:rPr>
                        <a:t>October, 1975</a:t>
                      </a:r>
                      <a:endParaRPr lang="en-US" sz="1400">
                        <a:latin typeface="Calibri"/>
                        <a:ea typeface="Calibri"/>
                        <a:cs typeface="Vrind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tabLst>
                          <a:tab pos="1466850" algn="l"/>
                        </a:tabLst>
                      </a:pPr>
                      <a:r>
                        <a:rPr lang="en-US" sz="1400" dirty="0">
                          <a:latin typeface="Times New Roman"/>
                          <a:ea typeface="Calibri"/>
                          <a:cs typeface="Vrinda"/>
                        </a:rPr>
                        <a:t>The </a:t>
                      </a:r>
                      <a:r>
                        <a:rPr lang="en-US" sz="1400" dirty="0" err="1">
                          <a:latin typeface="Times New Roman"/>
                          <a:ea typeface="Calibri"/>
                          <a:cs typeface="Vrinda"/>
                        </a:rPr>
                        <a:t>Royel</a:t>
                      </a:r>
                      <a:r>
                        <a:rPr lang="en-US" sz="1400" dirty="0">
                          <a:latin typeface="Times New Roman"/>
                          <a:ea typeface="Calibri"/>
                          <a:cs typeface="Vrinda"/>
                        </a:rPr>
                        <a:t> Sweden Academy of Science awarded the Novel Prize in economic science to </a:t>
                      </a:r>
                      <a:r>
                        <a:rPr lang="en-US" sz="1400" dirty="0" err="1">
                          <a:latin typeface="Times New Roman"/>
                          <a:ea typeface="Calibri"/>
                          <a:cs typeface="Vrinda"/>
                        </a:rPr>
                        <a:t>L.V.Kantorovich</a:t>
                      </a:r>
                      <a:r>
                        <a:rPr lang="en-US" sz="1400" dirty="0">
                          <a:latin typeface="Times New Roman"/>
                          <a:ea typeface="Calibri"/>
                          <a:cs typeface="Vrinda"/>
                        </a:rPr>
                        <a:t> &amp; </a:t>
                      </a:r>
                      <a:r>
                        <a:rPr lang="en-US" sz="1400" dirty="0" err="1">
                          <a:latin typeface="Times New Roman"/>
                          <a:ea typeface="Calibri"/>
                          <a:cs typeface="Vrinda"/>
                        </a:rPr>
                        <a:t>T.C.Koopmans</a:t>
                      </a:r>
                      <a:endParaRPr lang="en-US" sz="1400" dirty="0">
                        <a:latin typeface="Calibri"/>
                        <a:ea typeface="Calibri"/>
                        <a:cs typeface="Vrind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tabLst>
                          <a:tab pos="1466850" algn="l"/>
                        </a:tabLst>
                      </a:pPr>
                      <a:r>
                        <a:rPr lang="en-US" sz="1400" dirty="0">
                          <a:latin typeface="Times New Roman"/>
                          <a:ea typeface="Calibri"/>
                          <a:cs typeface="Vrinda"/>
                        </a:rPr>
                        <a:t>For their contributions to the theory of optimum allocation of resources.</a:t>
                      </a:r>
                      <a:endParaRPr lang="en-US" sz="1400" dirty="0">
                        <a:latin typeface="Calibri"/>
                        <a:ea typeface="Calibri"/>
                        <a:cs typeface="Vrind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ctr">
                        <a:lnSpc>
                          <a:spcPct val="115000"/>
                        </a:lnSpc>
                        <a:spcBef>
                          <a:spcPts val="0"/>
                        </a:spcBef>
                        <a:spcAft>
                          <a:spcPts val="0"/>
                        </a:spcAft>
                        <a:tabLst>
                          <a:tab pos="1466850" algn="l"/>
                        </a:tabLst>
                      </a:pPr>
                      <a:r>
                        <a:rPr lang="en-US" sz="1400">
                          <a:latin typeface="Times New Roman"/>
                          <a:ea typeface="Calibri"/>
                          <a:cs typeface="Vrinda"/>
                        </a:rPr>
                        <a:t>1979</a:t>
                      </a:r>
                      <a:endParaRPr lang="en-US" sz="1400">
                        <a:latin typeface="Calibri"/>
                        <a:ea typeface="Calibri"/>
                        <a:cs typeface="Vrind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tabLst>
                          <a:tab pos="1466850" algn="l"/>
                        </a:tabLst>
                      </a:pPr>
                      <a:r>
                        <a:rPr lang="en-US" sz="1400">
                          <a:latin typeface="Times New Roman"/>
                          <a:ea typeface="Calibri"/>
                          <a:cs typeface="Vrinda"/>
                        </a:rPr>
                        <a:t>L.G.Khachian</a:t>
                      </a:r>
                      <a:endParaRPr lang="en-US" sz="1400">
                        <a:latin typeface="Calibri"/>
                        <a:ea typeface="Calibri"/>
                        <a:cs typeface="Vrind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tabLst>
                          <a:tab pos="1466850" algn="l"/>
                        </a:tabLst>
                      </a:pPr>
                      <a:r>
                        <a:rPr lang="en-US" sz="1400" dirty="0">
                          <a:latin typeface="Times New Roman"/>
                          <a:ea typeface="Calibri"/>
                          <a:cs typeface="Vrinda"/>
                        </a:rPr>
                        <a:t>The breakthrough in looking for a theoretically satisfactory algorithm to solve Linear Programming Problem.  </a:t>
                      </a:r>
                      <a:endParaRPr lang="en-US" sz="1400" dirty="0">
                        <a:latin typeface="Calibri"/>
                        <a:ea typeface="Calibri"/>
                        <a:cs typeface="Vrind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ctr">
                        <a:lnSpc>
                          <a:spcPct val="115000"/>
                        </a:lnSpc>
                        <a:spcBef>
                          <a:spcPts val="0"/>
                        </a:spcBef>
                        <a:spcAft>
                          <a:spcPts val="0"/>
                        </a:spcAft>
                        <a:tabLst>
                          <a:tab pos="1466850" algn="l"/>
                        </a:tabLst>
                      </a:pPr>
                      <a:r>
                        <a:rPr lang="en-US" sz="1400">
                          <a:latin typeface="Times New Roman"/>
                          <a:ea typeface="Calibri"/>
                          <a:cs typeface="Vrinda"/>
                        </a:rPr>
                        <a:t>1984</a:t>
                      </a:r>
                      <a:endParaRPr lang="en-US" sz="1400">
                        <a:latin typeface="Calibri"/>
                        <a:ea typeface="Calibri"/>
                        <a:cs typeface="Vrind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tabLst>
                          <a:tab pos="1466850" algn="l"/>
                        </a:tabLst>
                      </a:pPr>
                      <a:r>
                        <a:rPr lang="en-US" sz="1400">
                          <a:latin typeface="Times New Roman"/>
                          <a:ea typeface="Calibri"/>
                          <a:cs typeface="Vrinda"/>
                        </a:rPr>
                        <a:t>N. Karmakar</a:t>
                      </a:r>
                      <a:endParaRPr lang="en-US" sz="1400">
                        <a:latin typeface="Calibri"/>
                        <a:ea typeface="Calibri"/>
                        <a:cs typeface="Vrind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tabLst>
                          <a:tab pos="1466850" algn="l"/>
                        </a:tabLst>
                      </a:pPr>
                      <a:r>
                        <a:rPr lang="en-US" sz="1400" dirty="0">
                          <a:latin typeface="Times New Roman"/>
                          <a:ea typeface="Calibri"/>
                          <a:cs typeface="Vrinda"/>
                        </a:rPr>
                        <a:t>He developed algorithm is superior to the simple method.</a:t>
                      </a:r>
                      <a:endParaRPr lang="en-US" sz="1400" dirty="0">
                        <a:latin typeface="Calibri"/>
                        <a:ea typeface="Calibri"/>
                        <a:cs typeface="Vrind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3" name="Rectangle 2"/>
          <p:cNvSpPr/>
          <p:nvPr/>
        </p:nvSpPr>
        <p:spPr>
          <a:xfrm>
            <a:off x="4281854" y="1134208"/>
            <a:ext cx="2110154" cy="4396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ln w="12700">
                  <a:solidFill>
                    <a:schemeClr val="tx2">
                      <a:satMod val="155000"/>
                    </a:schemeClr>
                  </a:solidFill>
                  <a:prstDash val="solid"/>
                </a:ln>
                <a:solidFill>
                  <a:schemeClr val="bg2">
                    <a:tint val="85000"/>
                    <a:satMod val="155000"/>
                  </a:schemeClr>
                </a:solidFill>
                <a:effectLst>
                  <a:outerShdw blurRad="38100" dist="38100" dir="2700000" algn="tl">
                    <a:srgbClr val="000000">
                      <a:alpha val="43137"/>
                    </a:srgbClr>
                  </a:outerShdw>
                </a:effectLst>
                <a:latin typeface="Times New Roman" pitchFamily="18" charset="0"/>
                <a:cs typeface="Times New Roman" pitchFamily="18" charset="0"/>
              </a:rPr>
              <a:t>HISTORY</a:t>
            </a:r>
            <a:endParaRPr lang="en-US" sz="2000" b="1" dirty="0">
              <a:ln w="12700">
                <a:solidFill>
                  <a:schemeClr val="tx2">
                    <a:satMod val="155000"/>
                  </a:schemeClr>
                </a:solidFill>
                <a:prstDash val="solid"/>
              </a:ln>
              <a:solidFill>
                <a:schemeClr val="bg2">
                  <a:tint val="85000"/>
                  <a:satMod val="155000"/>
                </a:schemeClr>
              </a:solidFill>
              <a:effectLst>
                <a:outerShdw blurRad="38100" dist="38100" dir="2700000" algn="tl">
                  <a:srgbClr val="000000">
                    <a:alpha val="43137"/>
                  </a:srgbClr>
                </a:outerShdw>
              </a:effectLst>
              <a:latin typeface="Times New Roman" pitchFamily="18" charset="0"/>
              <a:cs typeface="Times New Roman" pitchFamily="18" charset="0"/>
            </a:endParaRPr>
          </a:p>
        </p:txBody>
      </p:sp>
      <p:graphicFrame>
        <p:nvGraphicFramePr>
          <p:cNvPr id="4" name="Table 3"/>
          <p:cNvGraphicFramePr>
            <a:graphicFrameLocks noGrp="1"/>
          </p:cNvGraphicFramePr>
          <p:nvPr/>
        </p:nvGraphicFramePr>
        <p:xfrm>
          <a:off x="1600199" y="5785338"/>
          <a:ext cx="7886701" cy="981456"/>
        </p:xfrm>
        <a:graphic>
          <a:graphicData uri="http://schemas.openxmlformats.org/drawingml/2006/table">
            <a:tbl>
              <a:tblPr/>
              <a:tblGrid>
                <a:gridCol w="6435970"/>
                <a:gridCol w="1450731"/>
              </a:tblGrid>
              <a:tr h="764931">
                <a:tc>
                  <a:txBody>
                    <a:bodyPr/>
                    <a:lstStyle/>
                    <a:p>
                      <a:pPr marL="31750" marR="0" algn="just">
                        <a:lnSpc>
                          <a:spcPct val="115000"/>
                        </a:lnSpc>
                        <a:spcBef>
                          <a:spcPts val="0"/>
                        </a:spcBef>
                        <a:spcAft>
                          <a:spcPts val="1000"/>
                        </a:spcAft>
                      </a:pPr>
                      <a:r>
                        <a:rPr lang="en-US" sz="1400" b="1" dirty="0">
                          <a:latin typeface="Times New Roman"/>
                          <a:ea typeface="Calibri"/>
                          <a:cs typeface="Vrinda"/>
                        </a:rPr>
                        <a:t>Let’s say a FedEx delivery man has 6 packages to deliver in a day. The warehouse is located at point A. The Six delivery destinations are given by U;V;W;X;Y;Z. The numbers on the lines indicate the distance between the cities. . To save on fuel and time the delivery person wants to take the shortest route. </a:t>
                      </a:r>
                      <a:endParaRPr lang="en-US" sz="1400" b="1" dirty="0">
                        <a:latin typeface="Calibri"/>
                        <a:ea typeface="Calibri"/>
                        <a:cs typeface="Vrind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pPr>
                      <a:endParaRPr lang="en-US" sz="1100" dirty="0">
                        <a:latin typeface="Calibri"/>
                        <a:ea typeface="Times New Roman"/>
                        <a:cs typeface="Vrind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6" name="Picture 1" descr="download (1)"/>
          <p:cNvPicPr>
            <a:picLocks noChangeAspect="1" noChangeArrowheads="1"/>
          </p:cNvPicPr>
          <p:nvPr/>
        </p:nvPicPr>
        <p:blipFill>
          <a:blip r:embed="rId2"/>
          <a:srcRect/>
          <a:stretch>
            <a:fillRect/>
          </a:stretch>
        </p:blipFill>
        <p:spPr bwMode="auto">
          <a:xfrm>
            <a:off x="8440615" y="5934809"/>
            <a:ext cx="677008" cy="644286"/>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706809" y="829191"/>
          <a:ext cx="6356350" cy="2705355"/>
        </p:xfrm>
        <a:graphic>
          <a:graphicData uri="http://schemas.openxmlformats.org/drawingml/2006/table">
            <a:tbl>
              <a:tblPr/>
              <a:tblGrid>
                <a:gridCol w="1953260"/>
                <a:gridCol w="2160905"/>
                <a:gridCol w="2242185"/>
              </a:tblGrid>
              <a:tr h="722376">
                <a:tc gridSpan="3">
                  <a:txBody>
                    <a:bodyPr/>
                    <a:lstStyle/>
                    <a:p>
                      <a:pPr marL="69850" marR="0" algn="ctr">
                        <a:lnSpc>
                          <a:spcPct val="115000"/>
                        </a:lnSpc>
                        <a:spcBef>
                          <a:spcPts val="0"/>
                        </a:spcBef>
                        <a:spcAft>
                          <a:spcPts val="1000"/>
                        </a:spcAft>
                        <a:tabLst>
                          <a:tab pos="1466850" algn="l"/>
                        </a:tabLst>
                      </a:pPr>
                      <a:r>
                        <a:rPr lang="en-US" sz="1800" b="1" dirty="0">
                          <a:solidFill>
                            <a:srgbClr val="00B050"/>
                          </a:solidFill>
                          <a:latin typeface="Times New Roman" pitchFamily="18" charset="0"/>
                          <a:ea typeface="Calibri"/>
                          <a:cs typeface="Times New Roman" pitchFamily="18" charset="0"/>
                        </a:rPr>
                        <a:t>Graphical Solution </a:t>
                      </a:r>
                      <a:r>
                        <a:rPr lang="en-US" sz="1800" b="1" dirty="0" smtClean="0">
                          <a:solidFill>
                            <a:srgbClr val="00B050"/>
                          </a:solidFill>
                          <a:latin typeface="Times New Roman" pitchFamily="18" charset="0"/>
                          <a:ea typeface="Calibri"/>
                          <a:cs typeface="Times New Roman" pitchFamily="18" charset="0"/>
                        </a:rPr>
                        <a:t>Method </a:t>
                      </a:r>
                      <a:endParaRPr lang="en-US" sz="1800" dirty="0">
                        <a:solidFill>
                          <a:srgbClr val="00B050"/>
                        </a:solidFill>
                        <a:latin typeface="Times New Roman" pitchFamily="18" charset="0"/>
                        <a:ea typeface="Calibri"/>
                        <a:cs typeface="Times New Roman" pitchFamily="18" charset="0"/>
                      </a:endParaRPr>
                    </a:p>
                    <a:p>
                      <a:pPr marL="69850" marR="0" algn="just">
                        <a:lnSpc>
                          <a:spcPct val="115000"/>
                        </a:lnSpc>
                        <a:spcBef>
                          <a:spcPts val="0"/>
                        </a:spcBef>
                        <a:spcAft>
                          <a:spcPts val="1000"/>
                        </a:spcAft>
                        <a:tabLst>
                          <a:tab pos="1466850" algn="l"/>
                        </a:tabLst>
                      </a:pPr>
                      <a:r>
                        <a:rPr lang="en-US" sz="1200" dirty="0">
                          <a:latin typeface="Times New Roman"/>
                          <a:ea typeface="Calibri"/>
                          <a:cs typeface="Vrinda"/>
                        </a:rPr>
                        <a:t>Plot model constraints on a set of coordinates are satisfied simultaneously. Plot objective function to find the point on boundary of this space that maximizes or minimizes value of objective function. </a:t>
                      </a:r>
                      <a:endParaRPr lang="en-US" sz="1100" dirty="0">
                        <a:latin typeface="Calibri"/>
                        <a:ea typeface="Calibri"/>
                        <a:cs typeface="Vrind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r h="1842263">
                <a:tc>
                  <a:txBody>
                    <a:bodyPr/>
                    <a:lstStyle/>
                    <a:p>
                      <a:pPr marL="69850" marR="0" algn="ctr">
                        <a:lnSpc>
                          <a:spcPct val="115000"/>
                        </a:lnSpc>
                        <a:spcBef>
                          <a:spcPts val="0"/>
                        </a:spcBef>
                        <a:spcAft>
                          <a:spcPts val="1000"/>
                        </a:spcAft>
                        <a:tabLst>
                          <a:tab pos="1466850" algn="l"/>
                        </a:tabLst>
                      </a:pPr>
                      <a:r>
                        <a:rPr lang="en-US" sz="1200" b="1" dirty="0" smtClean="0">
                          <a:latin typeface="Times New Roman"/>
                          <a:ea typeface="Calibri"/>
                          <a:cs typeface="Vrinda"/>
                        </a:rPr>
                        <a:t>Graphical </a:t>
                      </a:r>
                      <a:r>
                        <a:rPr lang="en-US" sz="1200" b="1" dirty="0">
                          <a:latin typeface="Times New Roman"/>
                          <a:ea typeface="Calibri"/>
                          <a:cs typeface="Vrinda"/>
                        </a:rPr>
                        <a:t>Solution </a:t>
                      </a:r>
                      <a:endParaRPr lang="en-US" sz="1100" dirty="0">
                        <a:latin typeface="Calibri"/>
                        <a:ea typeface="Calibri"/>
                        <a:cs typeface="Vrind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1000"/>
                        </a:spcAft>
                        <a:tabLst>
                          <a:tab pos="1466850" algn="l"/>
                        </a:tabLst>
                      </a:pPr>
                      <a:r>
                        <a:rPr lang="en-US" sz="1200" b="1" dirty="0">
                          <a:latin typeface="Times New Roman"/>
                          <a:ea typeface="Calibri"/>
                          <a:cs typeface="Vrinda"/>
                        </a:rPr>
                        <a:t>Computing Optimal </a:t>
                      </a:r>
                      <a:r>
                        <a:rPr lang="en-US" sz="1200" b="1" spc="-10" dirty="0">
                          <a:latin typeface="Times New Roman"/>
                          <a:ea typeface="Calibri"/>
                          <a:cs typeface="Vrinda"/>
                        </a:rPr>
                        <a:t>Values</a:t>
                      </a:r>
                      <a:r>
                        <a:rPr lang="en-US" sz="1200" b="1" dirty="0">
                          <a:latin typeface="Times New Roman"/>
                          <a:ea typeface="Calibri"/>
                          <a:cs typeface="Vrinda"/>
                        </a:rPr>
                        <a:t> </a:t>
                      </a:r>
                      <a:r>
                        <a:rPr lang="en-US" sz="1100" dirty="0">
                          <a:latin typeface="Calibri"/>
                          <a:ea typeface="Calibri"/>
                          <a:cs typeface="Vrinda"/>
                        </a:rPr>
                        <a:t> </a:t>
                      </a:r>
                      <a:br>
                        <a:rPr lang="en-US" sz="1100" dirty="0">
                          <a:latin typeface="Calibri"/>
                          <a:ea typeface="Calibri"/>
                          <a:cs typeface="Vrinda"/>
                        </a:rPr>
                      </a:br>
                      <a:endParaRPr lang="en-US" sz="1100" dirty="0">
                        <a:latin typeface="Calibri"/>
                        <a:ea typeface="Calibri"/>
                        <a:cs typeface="Vrind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9850" marR="0" algn="ctr">
                        <a:lnSpc>
                          <a:spcPct val="115000"/>
                        </a:lnSpc>
                        <a:spcBef>
                          <a:spcPts val="0"/>
                        </a:spcBef>
                        <a:spcAft>
                          <a:spcPts val="1000"/>
                        </a:spcAft>
                        <a:tabLst>
                          <a:tab pos="1466850" algn="l"/>
                        </a:tabLst>
                      </a:pPr>
                      <a:r>
                        <a:rPr lang="en-US" sz="1200" b="1" dirty="0" smtClean="0">
                          <a:latin typeface="Times New Roman"/>
                          <a:ea typeface="Calibri"/>
                          <a:cs typeface="Vrinda"/>
                        </a:rPr>
                        <a:t>Extreme </a:t>
                      </a:r>
                      <a:r>
                        <a:rPr lang="en-US" sz="1200" b="1" dirty="0">
                          <a:latin typeface="Times New Roman"/>
                          <a:ea typeface="Calibri"/>
                          <a:cs typeface="Vrinda"/>
                        </a:rPr>
                        <a:t>Corner Points</a:t>
                      </a:r>
                      <a:endParaRPr lang="en-US" sz="1100" dirty="0">
                        <a:latin typeface="Calibri"/>
                        <a:ea typeface="Calibri"/>
                        <a:cs typeface="Vrind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16387" name="Image 20"/>
          <p:cNvPicPr>
            <a:picLocks noChangeAspect="1" noChangeArrowheads="1"/>
          </p:cNvPicPr>
          <p:nvPr/>
        </p:nvPicPr>
        <p:blipFill>
          <a:blip r:embed="rId2"/>
          <a:srcRect/>
          <a:stretch>
            <a:fillRect/>
          </a:stretch>
        </p:blipFill>
        <p:spPr bwMode="auto">
          <a:xfrm>
            <a:off x="2779834" y="1896696"/>
            <a:ext cx="1797050" cy="1460500"/>
          </a:xfrm>
          <a:prstGeom prst="rect">
            <a:avLst/>
          </a:prstGeom>
          <a:noFill/>
        </p:spPr>
      </p:pic>
      <p:pic>
        <p:nvPicPr>
          <p:cNvPr id="16386" name="Image 21"/>
          <p:cNvPicPr>
            <a:picLocks noChangeAspect="1" noChangeArrowheads="1"/>
          </p:cNvPicPr>
          <p:nvPr/>
        </p:nvPicPr>
        <p:blipFill>
          <a:blip r:embed="rId3"/>
          <a:srcRect/>
          <a:stretch>
            <a:fillRect/>
          </a:stretch>
        </p:blipFill>
        <p:spPr bwMode="auto">
          <a:xfrm>
            <a:off x="4747846" y="1909520"/>
            <a:ext cx="1930400" cy="1460500"/>
          </a:xfrm>
          <a:prstGeom prst="rect">
            <a:avLst/>
          </a:prstGeom>
          <a:noFill/>
        </p:spPr>
      </p:pic>
      <p:pic>
        <p:nvPicPr>
          <p:cNvPr id="16385" name="Image 22"/>
          <p:cNvPicPr>
            <a:picLocks noChangeAspect="1" noChangeArrowheads="1"/>
          </p:cNvPicPr>
          <p:nvPr/>
        </p:nvPicPr>
        <p:blipFill>
          <a:blip r:embed="rId4"/>
          <a:srcRect/>
          <a:stretch>
            <a:fillRect/>
          </a:stretch>
        </p:blipFill>
        <p:spPr bwMode="auto">
          <a:xfrm>
            <a:off x="6965704" y="1899138"/>
            <a:ext cx="1828800" cy="1460500"/>
          </a:xfrm>
          <a:prstGeom prst="rect">
            <a:avLst/>
          </a:prstGeom>
          <a:noFill/>
        </p:spPr>
      </p:pic>
      <p:graphicFrame>
        <p:nvGraphicFramePr>
          <p:cNvPr id="6" name="Chart 5"/>
          <p:cNvGraphicFramePr/>
          <p:nvPr/>
        </p:nvGraphicFramePr>
        <p:xfrm>
          <a:off x="3169377" y="3716328"/>
          <a:ext cx="5624645" cy="2485068"/>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nvGraphicFramePr>
        <p:xfrm>
          <a:off x="1494692" y="2611315"/>
          <a:ext cx="2444263" cy="28750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ctangle 2"/>
          <p:cNvSpPr/>
          <p:nvPr/>
        </p:nvSpPr>
        <p:spPr>
          <a:xfrm>
            <a:off x="4554416" y="501162"/>
            <a:ext cx="1784838" cy="4396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00B050"/>
                </a:solidFill>
              </a:rPr>
              <a:t>APPLICATION</a:t>
            </a:r>
            <a:endParaRPr lang="en-US" b="1" dirty="0">
              <a:solidFill>
                <a:srgbClr val="00B050"/>
              </a:solidFill>
            </a:endParaRPr>
          </a:p>
        </p:txBody>
      </p:sp>
      <p:graphicFrame>
        <p:nvGraphicFramePr>
          <p:cNvPr id="5" name="Table 4"/>
          <p:cNvGraphicFramePr>
            <a:graphicFrameLocks noGrp="1"/>
          </p:cNvGraphicFramePr>
          <p:nvPr/>
        </p:nvGraphicFramePr>
        <p:xfrm>
          <a:off x="4141177" y="1037492"/>
          <a:ext cx="5679831" cy="5591908"/>
        </p:xfrm>
        <a:graphic>
          <a:graphicData uri="http://schemas.openxmlformats.org/drawingml/2006/table">
            <a:tbl>
              <a:tblPr/>
              <a:tblGrid>
                <a:gridCol w="5679831"/>
              </a:tblGrid>
              <a:tr h="5591908">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1200" kern="1200" dirty="0" smtClean="0">
                          <a:solidFill>
                            <a:schemeClr val="tx1"/>
                          </a:solidFill>
                          <a:latin typeface="Times New Roman" pitchFamily="18" charset="0"/>
                          <a:ea typeface="+mn-ea"/>
                          <a:cs typeface="Times New Roman" pitchFamily="18" charset="0"/>
                        </a:rPr>
                        <a:t>Linear Programming Problem applications may include production scheduling; inventory; policies; investment portfolio; allocation of advertising budget; construction of warehouses etc. </a:t>
                      </a:r>
                    </a:p>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1200" kern="1200" dirty="0" smtClean="0">
                          <a:solidFill>
                            <a:schemeClr val="tx1"/>
                          </a:solidFill>
                          <a:latin typeface="Times New Roman" pitchFamily="18" charset="0"/>
                          <a:ea typeface="+mn-ea"/>
                          <a:cs typeface="Times New Roman" pitchFamily="18" charset="0"/>
                        </a:rPr>
                        <a:t>Linear Programming has proven to be extremely powerful tool, both in moldering real world problems and as widely applicable mathematical theory. Linear Programming theory falls within convex optimization theory and is also considered to be an important part of business and economics but may also be used to solve certain engineering problem</a:t>
                      </a:r>
                      <a:r>
                        <a:rPr kumimoji="0" lang="en-US" sz="1200" kern="1200" dirty="0" smtClean="0">
                          <a:solidFill>
                            <a:schemeClr val="tx1"/>
                          </a:solidFill>
                          <a:latin typeface="+mn-lt"/>
                          <a:ea typeface="+mn-ea"/>
                          <a:cs typeface="+mn-cs"/>
                        </a:rPr>
                        <a:t>. </a:t>
                      </a:r>
                    </a:p>
                    <a:p>
                      <a:r>
                        <a:rPr kumimoji="0" lang="en-US" sz="1200" kern="1200" dirty="0" smtClean="0">
                          <a:solidFill>
                            <a:schemeClr val="tx1"/>
                          </a:solidFill>
                          <a:latin typeface="Times New Roman" pitchFamily="18" charset="0"/>
                          <a:ea typeface="+mn-ea"/>
                          <a:cs typeface="Times New Roman" pitchFamily="18" charset="0"/>
                        </a:rPr>
                        <a:t>Let, x</a:t>
                      </a:r>
                      <a:r>
                        <a:rPr kumimoji="0" lang="en-US" sz="1200" kern="1200" baseline="-25000" dirty="0" smtClean="0">
                          <a:solidFill>
                            <a:schemeClr val="tx1"/>
                          </a:solidFill>
                          <a:latin typeface="Times New Roman" pitchFamily="18" charset="0"/>
                          <a:ea typeface="+mn-ea"/>
                          <a:cs typeface="Times New Roman" pitchFamily="18" charset="0"/>
                        </a:rPr>
                        <a:t>1;</a:t>
                      </a:r>
                      <a:r>
                        <a:rPr kumimoji="0" lang="en-US" sz="1200" kern="1200" dirty="0" smtClean="0">
                          <a:solidFill>
                            <a:schemeClr val="tx1"/>
                          </a:solidFill>
                          <a:latin typeface="Times New Roman" pitchFamily="18" charset="0"/>
                          <a:ea typeface="+mn-ea"/>
                          <a:cs typeface="Times New Roman" pitchFamily="18" charset="0"/>
                        </a:rPr>
                        <a:t> x</a:t>
                      </a:r>
                      <a:r>
                        <a:rPr kumimoji="0" lang="en-US" sz="1200" kern="1200" baseline="-25000" dirty="0" smtClean="0">
                          <a:solidFill>
                            <a:schemeClr val="tx1"/>
                          </a:solidFill>
                          <a:latin typeface="Times New Roman" pitchFamily="18" charset="0"/>
                          <a:ea typeface="+mn-ea"/>
                          <a:cs typeface="Times New Roman" pitchFamily="18" charset="0"/>
                        </a:rPr>
                        <a:t>2</a:t>
                      </a:r>
                      <a:r>
                        <a:rPr kumimoji="0" lang="en-US" sz="1200" kern="1200" dirty="0" smtClean="0">
                          <a:solidFill>
                            <a:schemeClr val="tx1"/>
                          </a:solidFill>
                          <a:latin typeface="Times New Roman" pitchFamily="18" charset="0"/>
                          <a:ea typeface="+mn-ea"/>
                          <a:cs typeface="Times New Roman" pitchFamily="18" charset="0"/>
                        </a:rPr>
                        <a:t>; x</a:t>
                      </a:r>
                      <a:r>
                        <a:rPr kumimoji="0" lang="en-US" sz="1200" kern="1200" baseline="-25000" dirty="0" smtClean="0">
                          <a:solidFill>
                            <a:schemeClr val="tx1"/>
                          </a:solidFill>
                          <a:latin typeface="Times New Roman" pitchFamily="18" charset="0"/>
                          <a:ea typeface="+mn-ea"/>
                          <a:cs typeface="Times New Roman" pitchFamily="18" charset="0"/>
                        </a:rPr>
                        <a:t>3</a:t>
                      </a:r>
                      <a:r>
                        <a:rPr kumimoji="0" lang="en-US" sz="1200" kern="1200" dirty="0" smtClean="0">
                          <a:solidFill>
                            <a:schemeClr val="tx1"/>
                          </a:solidFill>
                          <a:latin typeface="Times New Roman" pitchFamily="18" charset="0"/>
                          <a:ea typeface="+mn-ea"/>
                          <a:cs typeface="Times New Roman" pitchFamily="18" charset="0"/>
                        </a:rPr>
                        <a:t>; ……</a:t>
                      </a:r>
                      <a:r>
                        <a:rPr kumimoji="0" lang="en-US" sz="1200" kern="1200" dirty="0" err="1" smtClean="0">
                          <a:solidFill>
                            <a:schemeClr val="tx1"/>
                          </a:solidFill>
                          <a:latin typeface="Times New Roman" pitchFamily="18" charset="0"/>
                          <a:ea typeface="+mn-ea"/>
                          <a:cs typeface="Times New Roman" pitchFamily="18" charset="0"/>
                        </a:rPr>
                        <a:t>x</a:t>
                      </a:r>
                      <a:r>
                        <a:rPr kumimoji="0" lang="en-US" sz="1200" kern="1200" baseline="-25000" dirty="0" err="1" smtClean="0">
                          <a:solidFill>
                            <a:schemeClr val="tx1"/>
                          </a:solidFill>
                          <a:latin typeface="Times New Roman" pitchFamily="18" charset="0"/>
                          <a:ea typeface="+mn-ea"/>
                          <a:cs typeface="Times New Roman" pitchFamily="18" charset="0"/>
                        </a:rPr>
                        <a:t>n</a:t>
                      </a:r>
                      <a:r>
                        <a:rPr kumimoji="0" lang="en-US" sz="1200" kern="1200" baseline="-25000" dirty="0" smtClean="0">
                          <a:solidFill>
                            <a:schemeClr val="tx1"/>
                          </a:solidFill>
                          <a:latin typeface="Times New Roman" pitchFamily="18" charset="0"/>
                          <a:ea typeface="+mn-ea"/>
                          <a:cs typeface="Times New Roman" pitchFamily="18" charset="0"/>
                        </a:rPr>
                        <a:t> </a:t>
                      </a:r>
                      <a:r>
                        <a:rPr kumimoji="0" lang="en-US" sz="1200" kern="1200" dirty="0" smtClean="0">
                          <a:solidFill>
                            <a:schemeClr val="tx1"/>
                          </a:solidFill>
                          <a:latin typeface="Times New Roman" pitchFamily="18" charset="0"/>
                          <a:ea typeface="+mn-ea"/>
                          <a:cs typeface="Times New Roman" pitchFamily="18" charset="0"/>
                        </a:rPr>
                        <a:t>= Decision </a:t>
                      </a:r>
                      <a:r>
                        <a:rPr kumimoji="0" lang="en-US" sz="1200" kern="1200" baseline="0" dirty="0" smtClean="0">
                          <a:solidFill>
                            <a:schemeClr val="tx1"/>
                          </a:solidFill>
                          <a:latin typeface="Times New Roman" pitchFamily="18" charset="0"/>
                          <a:ea typeface="+mn-ea"/>
                          <a:cs typeface="Times New Roman" pitchFamily="18" charset="0"/>
                        </a:rPr>
                        <a:t> </a:t>
                      </a:r>
                      <a:r>
                        <a:rPr kumimoji="0" lang="en-US" sz="1200" kern="1200" dirty="0" smtClean="0">
                          <a:solidFill>
                            <a:schemeClr val="tx1"/>
                          </a:solidFill>
                          <a:latin typeface="Times New Roman" pitchFamily="18" charset="0"/>
                          <a:ea typeface="+mn-ea"/>
                          <a:cs typeface="Times New Roman" pitchFamily="18" charset="0"/>
                        </a:rPr>
                        <a:t>Variables</a:t>
                      </a:r>
                    </a:p>
                    <a:p>
                      <a:r>
                        <a:rPr kumimoji="0" lang="en-US" sz="1200" kern="1200" dirty="0" smtClean="0">
                          <a:solidFill>
                            <a:schemeClr val="tx1"/>
                          </a:solidFill>
                          <a:latin typeface="Times New Roman" pitchFamily="18" charset="0"/>
                          <a:ea typeface="+mn-ea"/>
                          <a:cs typeface="Times New Roman" pitchFamily="18" charset="0"/>
                        </a:rPr>
                        <a:t> </a:t>
                      </a:r>
                    </a:p>
                    <a:p>
                      <a:r>
                        <a:rPr kumimoji="0" lang="en-US" sz="1200" kern="1200" dirty="0" smtClean="0">
                          <a:solidFill>
                            <a:schemeClr val="tx1"/>
                          </a:solidFill>
                          <a:latin typeface="Times New Roman" pitchFamily="18" charset="0"/>
                          <a:ea typeface="+mn-ea"/>
                          <a:cs typeface="Times New Roman" pitchFamily="18" charset="0"/>
                        </a:rPr>
                        <a:t>Z= Objective Function or Linear Function Requirement &amp; Minimization of the Linear Function.</a:t>
                      </a:r>
                      <a:r>
                        <a:rPr lang="en-US" sz="1200" dirty="0" smtClean="0">
                          <a:solidFill>
                            <a:schemeClr val="tx1"/>
                          </a:solidFill>
                          <a:latin typeface="Times New Roman" pitchFamily="18" charset="0"/>
                          <a:cs typeface="Times New Roman" pitchFamily="18" charset="0"/>
                        </a:rPr>
                        <a:t> </a:t>
                      </a:r>
                      <a:r>
                        <a:rPr kumimoji="0" lang="en-US" sz="1200" kern="1200" dirty="0" smtClean="0">
                          <a:solidFill>
                            <a:schemeClr val="tx1"/>
                          </a:solidFill>
                          <a:latin typeface="Times New Roman" pitchFamily="18" charset="0"/>
                          <a:ea typeface="+mn-ea"/>
                          <a:cs typeface="Times New Roman" pitchFamily="18" charset="0"/>
                        </a:rPr>
                        <a:t>Z= c</a:t>
                      </a:r>
                      <a:r>
                        <a:rPr kumimoji="0" lang="en-US" sz="1200" kern="1200" baseline="-25000" dirty="0" smtClean="0">
                          <a:solidFill>
                            <a:schemeClr val="tx1"/>
                          </a:solidFill>
                          <a:latin typeface="Times New Roman" pitchFamily="18" charset="0"/>
                          <a:ea typeface="+mn-ea"/>
                          <a:cs typeface="Times New Roman" pitchFamily="18" charset="0"/>
                        </a:rPr>
                        <a:t>1</a:t>
                      </a:r>
                      <a:r>
                        <a:rPr kumimoji="0" lang="en-US" sz="1200" kern="1200" dirty="0" smtClean="0">
                          <a:solidFill>
                            <a:schemeClr val="tx1"/>
                          </a:solidFill>
                          <a:latin typeface="Times New Roman" pitchFamily="18" charset="0"/>
                          <a:ea typeface="+mn-ea"/>
                          <a:cs typeface="Times New Roman" pitchFamily="18" charset="0"/>
                        </a:rPr>
                        <a:t>x</a:t>
                      </a:r>
                      <a:r>
                        <a:rPr kumimoji="0" lang="en-US" sz="1200" kern="1200" baseline="-25000" dirty="0" smtClean="0">
                          <a:solidFill>
                            <a:schemeClr val="tx1"/>
                          </a:solidFill>
                          <a:latin typeface="Times New Roman" pitchFamily="18" charset="0"/>
                          <a:ea typeface="+mn-ea"/>
                          <a:cs typeface="Times New Roman" pitchFamily="18" charset="0"/>
                        </a:rPr>
                        <a:t>1 </a:t>
                      </a:r>
                      <a:r>
                        <a:rPr kumimoji="0" lang="en-US" sz="1200" kern="1200" dirty="0" smtClean="0">
                          <a:solidFill>
                            <a:schemeClr val="tx1"/>
                          </a:solidFill>
                          <a:latin typeface="Times New Roman" pitchFamily="18" charset="0"/>
                          <a:ea typeface="+mn-ea"/>
                          <a:cs typeface="Times New Roman" pitchFamily="18" charset="0"/>
                        </a:rPr>
                        <a:t>+ c</a:t>
                      </a:r>
                      <a:r>
                        <a:rPr kumimoji="0" lang="en-US" sz="1200" kern="1200" baseline="-25000" dirty="0" smtClean="0">
                          <a:solidFill>
                            <a:schemeClr val="tx1"/>
                          </a:solidFill>
                          <a:latin typeface="Times New Roman" pitchFamily="18" charset="0"/>
                          <a:ea typeface="+mn-ea"/>
                          <a:cs typeface="Times New Roman" pitchFamily="18" charset="0"/>
                        </a:rPr>
                        <a:t>2</a:t>
                      </a:r>
                      <a:r>
                        <a:rPr kumimoji="0" lang="en-US" sz="1200" kern="1200" dirty="0" smtClean="0">
                          <a:solidFill>
                            <a:schemeClr val="tx1"/>
                          </a:solidFill>
                          <a:latin typeface="Times New Roman" pitchFamily="18" charset="0"/>
                          <a:ea typeface="+mn-ea"/>
                          <a:cs typeface="Times New Roman" pitchFamily="18" charset="0"/>
                        </a:rPr>
                        <a:t>x</a:t>
                      </a:r>
                      <a:r>
                        <a:rPr kumimoji="0" lang="en-US" sz="1200" kern="1200" baseline="-25000" dirty="0" smtClean="0">
                          <a:solidFill>
                            <a:schemeClr val="tx1"/>
                          </a:solidFill>
                          <a:latin typeface="Times New Roman" pitchFamily="18" charset="0"/>
                          <a:ea typeface="+mn-ea"/>
                          <a:cs typeface="Times New Roman" pitchFamily="18" charset="0"/>
                        </a:rPr>
                        <a:t>2 </a:t>
                      </a:r>
                      <a:r>
                        <a:rPr kumimoji="0" lang="en-US" sz="1200" kern="1200" dirty="0" smtClean="0">
                          <a:solidFill>
                            <a:schemeClr val="tx1"/>
                          </a:solidFill>
                          <a:latin typeface="Times New Roman" pitchFamily="18" charset="0"/>
                          <a:ea typeface="+mn-ea"/>
                          <a:cs typeface="Times New Roman" pitchFamily="18" charset="0"/>
                        </a:rPr>
                        <a:t>+ c</a:t>
                      </a:r>
                      <a:r>
                        <a:rPr kumimoji="0" lang="en-US" sz="1200" kern="1200" baseline="-25000" dirty="0" smtClean="0">
                          <a:solidFill>
                            <a:schemeClr val="tx1"/>
                          </a:solidFill>
                          <a:latin typeface="Times New Roman" pitchFamily="18" charset="0"/>
                          <a:ea typeface="+mn-ea"/>
                          <a:cs typeface="Times New Roman" pitchFamily="18" charset="0"/>
                        </a:rPr>
                        <a:t>3</a:t>
                      </a:r>
                      <a:r>
                        <a:rPr kumimoji="0" lang="en-US" sz="1200" kern="1200" dirty="0" smtClean="0">
                          <a:solidFill>
                            <a:schemeClr val="tx1"/>
                          </a:solidFill>
                          <a:latin typeface="Times New Roman" pitchFamily="18" charset="0"/>
                          <a:ea typeface="+mn-ea"/>
                          <a:cs typeface="Times New Roman" pitchFamily="18" charset="0"/>
                        </a:rPr>
                        <a:t>x</a:t>
                      </a:r>
                      <a:r>
                        <a:rPr kumimoji="0" lang="en-US" sz="1200" kern="1200" baseline="-25000" dirty="0" smtClean="0">
                          <a:solidFill>
                            <a:schemeClr val="tx1"/>
                          </a:solidFill>
                          <a:latin typeface="Times New Roman" pitchFamily="18" charset="0"/>
                          <a:ea typeface="+mn-ea"/>
                          <a:cs typeface="Times New Roman" pitchFamily="18" charset="0"/>
                        </a:rPr>
                        <a:t>3 </a:t>
                      </a:r>
                      <a:r>
                        <a:rPr kumimoji="0" lang="en-US" sz="1200" kern="1200" dirty="0" smtClean="0">
                          <a:solidFill>
                            <a:schemeClr val="tx1"/>
                          </a:solidFill>
                          <a:latin typeface="Times New Roman" pitchFamily="18" charset="0"/>
                          <a:ea typeface="+mn-ea"/>
                          <a:cs typeface="Times New Roman" pitchFamily="18" charset="0"/>
                        </a:rPr>
                        <a:t>+ ….. </a:t>
                      </a:r>
                      <a:r>
                        <a:rPr kumimoji="0" lang="en-US" sz="1200" kern="1200" dirty="0" err="1" smtClean="0">
                          <a:solidFill>
                            <a:schemeClr val="tx1"/>
                          </a:solidFill>
                          <a:latin typeface="Times New Roman" pitchFamily="18" charset="0"/>
                          <a:ea typeface="+mn-ea"/>
                          <a:cs typeface="Times New Roman" pitchFamily="18" charset="0"/>
                        </a:rPr>
                        <a:t>c</a:t>
                      </a:r>
                      <a:r>
                        <a:rPr kumimoji="0" lang="en-US" sz="1200" kern="1200" baseline="-25000" dirty="0" err="1" smtClean="0">
                          <a:solidFill>
                            <a:schemeClr val="tx1"/>
                          </a:solidFill>
                          <a:latin typeface="Times New Roman" pitchFamily="18" charset="0"/>
                          <a:ea typeface="+mn-ea"/>
                          <a:cs typeface="Times New Roman" pitchFamily="18" charset="0"/>
                        </a:rPr>
                        <a:t>n</a:t>
                      </a:r>
                      <a:r>
                        <a:rPr kumimoji="0" lang="en-US" sz="1200" kern="1200" dirty="0" err="1" smtClean="0">
                          <a:solidFill>
                            <a:schemeClr val="tx1"/>
                          </a:solidFill>
                          <a:latin typeface="Times New Roman" pitchFamily="18" charset="0"/>
                          <a:ea typeface="+mn-ea"/>
                          <a:cs typeface="Times New Roman" pitchFamily="18" charset="0"/>
                        </a:rPr>
                        <a:t>x</a:t>
                      </a:r>
                      <a:r>
                        <a:rPr kumimoji="0" lang="en-US" sz="1200" kern="1200" baseline="-25000" dirty="0" err="1" smtClean="0">
                          <a:solidFill>
                            <a:schemeClr val="tx1"/>
                          </a:solidFill>
                          <a:latin typeface="Times New Roman" pitchFamily="18" charset="0"/>
                          <a:ea typeface="+mn-ea"/>
                          <a:cs typeface="Times New Roman" pitchFamily="18" charset="0"/>
                        </a:rPr>
                        <a:t>n</a:t>
                      </a:r>
                      <a:r>
                        <a:rPr kumimoji="0" lang="en-US" sz="1200" kern="1200" baseline="-25000" dirty="0" smtClean="0">
                          <a:solidFill>
                            <a:schemeClr val="tx1"/>
                          </a:solidFill>
                          <a:latin typeface="Times New Roman" pitchFamily="18" charset="0"/>
                          <a:ea typeface="+mn-ea"/>
                          <a:cs typeface="Times New Roman" pitchFamily="18" charset="0"/>
                        </a:rPr>
                        <a:t> </a:t>
                      </a:r>
                      <a:r>
                        <a:rPr kumimoji="0" lang="en-US" sz="1200" kern="1200" dirty="0" smtClean="0">
                          <a:solidFill>
                            <a:schemeClr val="tx1"/>
                          </a:solidFill>
                          <a:latin typeface="Times New Roman" pitchFamily="18" charset="0"/>
                          <a:ea typeface="+mn-ea"/>
                          <a:cs typeface="Times New Roman" pitchFamily="18" charset="0"/>
                        </a:rPr>
                        <a:t>----- (1)</a:t>
                      </a:r>
                    </a:p>
                    <a:p>
                      <a:r>
                        <a:rPr kumimoji="0" lang="en-US" sz="1200" kern="1200" dirty="0" smtClean="0">
                          <a:solidFill>
                            <a:schemeClr val="tx1"/>
                          </a:solidFill>
                          <a:latin typeface="Times New Roman" pitchFamily="18" charset="0"/>
                          <a:ea typeface="+mn-ea"/>
                          <a:cs typeface="Times New Roman" pitchFamily="18" charset="0"/>
                        </a:rPr>
                        <a:t>Subject to the following constraints:- </a:t>
                      </a:r>
                    </a:p>
                    <a:p>
                      <a:r>
                        <a:rPr kumimoji="0" lang="en-US" sz="1200" kern="1200" dirty="0" smtClean="0">
                          <a:solidFill>
                            <a:schemeClr val="tx1"/>
                          </a:solidFill>
                          <a:latin typeface="Times New Roman" pitchFamily="18" charset="0"/>
                          <a:ea typeface="+mn-ea"/>
                          <a:cs typeface="Times New Roman" pitchFamily="18" charset="0"/>
                        </a:rPr>
                        <a:t>a</a:t>
                      </a:r>
                      <a:r>
                        <a:rPr kumimoji="0" lang="en-US" sz="1200" kern="1200" baseline="-25000" dirty="0" smtClean="0">
                          <a:solidFill>
                            <a:schemeClr val="tx1"/>
                          </a:solidFill>
                          <a:latin typeface="Times New Roman" pitchFamily="18" charset="0"/>
                          <a:ea typeface="+mn-ea"/>
                          <a:cs typeface="Times New Roman" pitchFamily="18" charset="0"/>
                        </a:rPr>
                        <a:t>11</a:t>
                      </a:r>
                      <a:r>
                        <a:rPr kumimoji="0" lang="en-US" sz="1200" kern="1200" dirty="0" smtClean="0">
                          <a:solidFill>
                            <a:schemeClr val="tx1"/>
                          </a:solidFill>
                          <a:latin typeface="Times New Roman" pitchFamily="18" charset="0"/>
                          <a:ea typeface="+mn-ea"/>
                          <a:cs typeface="Times New Roman" pitchFamily="18" charset="0"/>
                        </a:rPr>
                        <a:t>x</a:t>
                      </a:r>
                      <a:r>
                        <a:rPr kumimoji="0" lang="en-US" sz="1200" kern="1200" baseline="-25000" dirty="0" smtClean="0">
                          <a:solidFill>
                            <a:schemeClr val="tx1"/>
                          </a:solidFill>
                          <a:latin typeface="Times New Roman" pitchFamily="18" charset="0"/>
                          <a:ea typeface="+mn-ea"/>
                          <a:cs typeface="Times New Roman" pitchFamily="18" charset="0"/>
                        </a:rPr>
                        <a:t>1</a:t>
                      </a:r>
                      <a:r>
                        <a:rPr kumimoji="0" lang="en-US" sz="1200" kern="1200" dirty="0" smtClean="0">
                          <a:solidFill>
                            <a:schemeClr val="tx1"/>
                          </a:solidFill>
                          <a:latin typeface="Times New Roman" pitchFamily="18" charset="0"/>
                          <a:ea typeface="+mn-ea"/>
                          <a:cs typeface="Times New Roman" pitchFamily="18" charset="0"/>
                        </a:rPr>
                        <a:t> + a</a:t>
                      </a:r>
                      <a:r>
                        <a:rPr kumimoji="0" lang="en-US" sz="1200" kern="1200" baseline="-25000" dirty="0" smtClean="0">
                          <a:solidFill>
                            <a:schemeClr val="tx1"/>
                          </a:solidFill>
                          <a:latin typeface="Times New Roman" pitchFamily="18" charset="0"/>
                          <a:ea typeface="+mn-ea"/>
                          <a:cs typeface="Times New Roman" pitchFamily="18" charset="0"/>
                        </a:rPr>
                        <a:t>12</a:t>
                      </a:r>
                      <a:r>
                        <a:rPr kumimoji="0" lang="en-US" sz="1200" kern="1200" dirty="0" smtClean="0">
                          <a:solidFill>
                            <a:schemeClr val="tx1"/>
                          </a:solidFill>
                          <a:latin typeface="Times New Roman" pitchFamily="18" charset="0"/>
                          <a:ea typeface="+mn-ea"/>
                          <a:cs typeface="Times New Roman" pitchFamily="18" charset="0"/>
                        </a:rPr>
                        <a:t>x</a:t>
                      </a:r>
                      <a:r>
                        <a:rPr kumimoji="0" lang="en-US" sz="1200" kern="1200" baseline="-25000" dirty="0" smtClean="0">
                          <a:solidFill>
                            <a:schemeClr val="tx1"/>
                          </a:solidFill>
                          <a:latin typeface="Times New Roman" pitchFamily="18" charset="0"/>
                          <a:ea typeface="+mn-ea"/>
                          <a:cs typeface="Times New Roman" pitchFamily="18" charset="0"/>
                        </a:rPr>
                        <a:t>2</a:t>
                      </a:r>
                      <a:r>
                        <a:rPr kumimoji="0" lang="en-US" sz="1200" kern="1200" dirty="0" smtClean="0">
                          <a:solidFill>
                            <a:schemeClr val="tx1"/>
                          </a:solidFill>
                          <a:latin typeface="Times New Roman" pitchFamily="18" charset="0"/>
                          <a:ea typeface="+mn-ea"/>
                          <a:cs typeface="Times New Roman" pitchFamily="18" charset="0"/>
                        </a:rPr>
                        <a:t> +..... + a</a:t>
                      </a:r>
                      <a:r>
                        <a:rPr kumimoji="0" lang="en-US" sz="1200" kern="1200" baseline="-25000" dirty="0" smtClean="0">
                          <a:solidFill>
                            <a:schemeClr val="tx1"/>
                          </a:solidFill>
                          <a:latin typeface="Times New Roman" pitchFamily="18" charset="0"/>
                          <a:ea typeface="+mn-ea"/>
                          <a:cs typeface="Times New Roman" pitchFamily="18" charset="0"/>
                        </a:rPr>
                        <a:t>1n</a:t>
                      </a:r>
                      <a:r>
                        <a:rPr kumimoji="0" lang="en-US" sz="1200" kern="1200" dirty="0" smtClean="0">
                          <a:solidFill>
                            <a:schemeClr val="tx1"/>
                          </a:solidFill>
                          <a:latin typeface="Times New Roman" pitchFamily="18" charset="0"/>
                          <a:ea typeface="+mn-ea"/>
                          <a:cs typeface="Times New Roman" pitchFamily="18" charset="0"/>
                        </a:rPr>
                        <a:t>x</a:t>
                      </a:r>
                      <a:r>
                        <a:rPr kumimoji="0" lang="en-US" sz="1200" kern="1200" baseline="-25000" dirty="0" smtClean="0">
                          <a:solidFill>
                            <a:schemeClr val="tx1"/>
                          </a:solidFill>
                          <a:latin typeface="Times New Roman" pitchFamily="18" charset="0"/>
                          <a:ea typeface="+mn-ea"/>
                          <a:cs typeface="Times New Roman" pitchFamily="18" charset="0"/>
                        </a:rPr>
                        <a:t>n </a:t>
                      </a:r>
                      <a:r>
                        <a:rPr kumimoji="0" lang="en-US" sz="1200" kern="1200" dirty="0" smtClean="0">
                          <a:solidFill>
                            <a:schemeClr val="tx1"/>
                          </a:solidFill>
                          <a:latin typeface="Times New Roman" pitchFamily="18" charset="0"/>
                          <a:ea typeface="+mn-ea"/>
                          <a:cs typeface="Times New Roman" pitchFamily="18" charset="0"/>
                        </a:rPr>
                        <a:t>≤ b</a:t>
                      </a:r>
                      <a:r>
                        <a:rPr kumimoji="0" lang="en-US" sz="1200" kern="1200" baseline="-25000" dirty="0" smtClean="0">
                          <a:solidFill>
                            <a:schemeClr val="tx1"/>
                          </a:solidFill>
                          <a:latin typeface="Times New Roman" pitchFamily="18" charset="0"/>
                          <a:ea typeface="+mn-ea"/>
                          <a:cs typeface="Times New Roman" pitchFamily="18" charset="0"/>
                        </a:rPr>
                        <a:t>1</a:t>
                      </a:r>
                      <a:endParaRPr kumimoji="0" lang="en-US" sz="1200" kern="1200" dirty="0" smtClean="0">
                        <a:solidFill>
                          <a:schemeClr val="tx1"/>
                        </a:solidFill>
                        <a:latin typeface="Times New Roman" pitchFamily="18" charset="0"/>
                        <a:ea typeface="+mn-ea"/>
                        <a:cs typeface="Times New Roman" pitchFamily="18" charset="0"/>
                      </a:endParaRPr>
                    </a:p>
                    <a:p>
                      <a:r>
                        <a:rPr kumimoji="0" lang="en-US" sz="1200" kern="1200" baseline="-25000" dirty="0" smtClean="0">
                          <a:solidFill>
                            <a:schemeClr val="tx1"/>
                          </a:solidFill>
                          <a:latin typeface="Times New Roman" pitchFamily="18" charset="0"/>
                          <a:ea typeface="+mn-ea"/>
                          <a:cs typeface="Times New Roman" pitchFamily="18" charset="0"/>
                        </a:rPr>
                        <a:t> </a:t>
                      </a:r>
                      <a:r>
                        <a:rPr kumimoji="0" lang="en-US" sz="1200" kern="1200" dirty="0" smtClean="0">
                          <a:solidFill>
                            <a:schemeClr val="tx1"/>
                          </a:solidFill>
                          <a:latin typeface="Times New Roman" pitchFamily="18" charset="0"/>
                          <a:ea typeface="+mn-ea"/>
                          <a:cs typeface="Times New Roman" pitchFamily="18" charset="0"/>
                        </a:rPr>
                        <a:t>a</a:t>
                      </a:r>
                      <a:r>
                        <a:rPr kumimoji="0" lang="en-US" sz="1200" kern="1200" baseline="-25000" dirty="0" smtClean="0">
                          <a:solidFill>
                            <a:schemeClr val="tx1"/>
                          </a:solidFill>
                          <a:latin typeface="Times New Roman" pitchFamily="18" charset="0"/>
                          <a:ea typeface="+mn-ea"/>
                          <a:cs typeface="Times New Roman" pitchFamily="18" charset="0"/>
                        </a:rPr>
                        <a:t>21</a:t>
                      </a:r>
                      <a:r>
                        <a:rPr kumimoji="0" lang="en-US" sz="1200" kern="1200" dirty="0" smtClean="0">
                          <a:solidFill>
                            <a:schemeClr val="tx1"/>
                          </a:solidFill>
                          <a:latin typeface="Times New Roman" pitchFamily="18" charset="0"/>
                          <a:ea typeface="+mn-ea"/>
                          <a:cs typeface="Times New Roman" pitchFamily="18" charset="0"/>
                        </a:rPr>
                        <a:t>x</a:t>
                      </a:r>
                      <a:r>
                        <a:rPr kumimoji="0" lang="en-US" sz="1200" kern="1200" baseline="-25000" dirty="0" smtClean="0">
                          <a:solidFill>
                            <a:schemeClr val="tx1"/>
                          </a:solidFill>
                          <a:latin typeface="Times New Roman" pitchFamily="18" charset="0"/>
                          <a:ea typeface="+mn-ea"/>
                          <a:cs typeface="Times New Roman" pitchFamily="18" charset="0"/>
                        </a:rPr>
                        <a:t>1</a:t>
                      </a:r>
                      <a:r>
                        <a:rPr kumimoji="0" lang="en-US" sz="1200" kern="1200" dirty="0" smtClean="0">
                          <a:solidFill>
                            <a:schemeClr val="tx1"/>
                          </a:solidFill>
                          <a:latin typeface="Times New Roman" pitchFamily="18" charset="0"/>
                          <a:ea typeface="+mn-ea"/>
                          <a:cs typeface="Times New Roman" pitchFamily="18" charset="0"/>
                        </a:rPr>
                        <a:t> + a</a:t>
                      </a:r>
                      <a:r>
                        <a:rPr kumimoji="0" lang="en-US" sz="1200" kern="1200" baseline="-25000" dirty="0" smtClean="0">
                          <a:solidFill>
                            <a:schemeClr val="tx1"/>
                          </a:solidFill>
                          <a:latin typeface="Times New Roman" pitchFamily="18" charset="0"/>
                          <a:ea typeface="+mn-ea"/>
                          <a:cs typeface="Times New Roman" pitchFamily="18" charset="0"/>
                        </a:rPr>
                        <a:t>22</a:t>
                      </a:r>
                      <a:r>
                        <a:rPr kumimoji="0" lang="en-US" sz="1200" kern="1200" dirty="0" smtClean="0">
                          <a:solidFill>
                            <a:schemeClr val="tx1"/>
                          </a:solidFill>
                          <a:latin typeface="Times New Roman" pitchFamily="18" charset="0"/>
                          <a:ea typeface="+mn-ea"/>
                          <a:cs typeface="Times New Roman" pitchFamily="18" charset="0"/>
                        </a:rPr>
                        <a:t>x</a:t>
                      </a:r>
                      <a:r>
                        <a:rPr kumimoji="0" lang="en-US" sz="1200" kern="1200" baseline="-25000" dirty="0" smtClean="0">
                          <a:solidFill>
                            <a:schemeClr val="tx1"/>
                          </a:solidFill>
                          <a:latin typeface="Times New Roman" pitchFamily="18" charset="0"/>
                          <a:ea typeface="+mn-ea"/>
                          <a:cs typeface="Times New Roman" pitchFamily="18" charset="0"/>
                        </a:rPr>
                        <a:t>2 </a:t>
                      </a:r>
                      <a:r>
                        <a:rPr kumimoji="0" lang="en-US" sz="1200" kern="1200" dirty="0" smtClean="0">
                          <a:solidFill>
                            <a:schemeClr val="tx1"/>
                          </a:solidFill>
                          <a:latin typeface="Times New Roman" pitchFamily="18" charset="0"/>
                          <a:ea typeface="+mn-ea"/>
                          <a:cs typeface="Times New Roman" pitchFamily="18" charset="0"/>
                        </a:rPr>
                        <a:t>+….. + a</a:t>
                      </a:r>
                      <a:r>
                        <a:rPr kumimoji="0" lang="en-US" sz="1200" kern="1200" baseline="-25000" dirty="0" smtClean="0">
                          <a:solidFill>
                            <a:schemeClr val="tx1"/>
                          </a:solidFill>
                          <a:latin typeface="Times New Roman" pitchFamily="18" charset="0"/>
                          <a:ea typeface="+mn-ea"/>
                          <a:cs typeface="Times New Roman" pitchFamily="18" charset="0"/>
                        </a:rPr>
                        <a:t>2n</a:t>
                      </a:r>
                      <a:r>
                        <a:rPr kumimoji="0" lang="en-US" sz="1200" kern="1200" dirty="0" smtClean="0">
                          <a:solidFill>
                            <a:schemeClr val="tx1"/>
                          </a:solidFill>
                          <a:latin typeface="Times New Roman" pitchFamily="18" charset="0"/>
                          <a:ea typeface="+mn-ea"/>
                          <a:cs typeface="Times New Roman" pitchFamily="18" charset="0"/>
                        </a:rPr>
                        <a:t>x</a:t>
                      </a:r>
                      <a:r>
                        <a:rPr kumimoji="0" lang="en-US" sz="1200" kern="1200" baseline="-25000" dirty="0" smtClean="0">
                          <a:solidFill>
                            <a:schemeClr val="tx1"/>
                          </a:solidFill>
                          <a:latin typeface="Times New Roman" pitchFamily="18" charset="0"/>
                          <a:ea typeface="+mn-ea"/>
                          <a:cs typeface="Times New Roman" pitchFamily="18" charset="0"/>
                        </a:rPr>
                        <a:t>n </a:t>
                      </a:r>
                      <a:r>
                        <a:rPr kumimoji="0" lang="en-US" sz="1200" kern="1200" dirty="0" smtClean="0">
                          <a:solidFill>
                            <a:schemeClr val="tx1"/>
                          </a:solidFill>
                          <a:latin typeface="Times New Roman" pitchFamily="18" charset="0"/>
                          <a:ea typeface="+mn-ea"/>
                          <a:cs typeface="Times New Roman" pitchFamily="18" charset="0"/>
                        </a:rPr>
                        <a:t>≥ b</a:t>
                      </a:r>
                      <a:r>
                        <a:rPr kumimoji="0" lang="en-US" sz="1200" kern="1200" baseline="-25000" dirty="0" smtClean="0">
                          <a:solidFill>
                            <a:schemeClr val="tx1"/>
                          </a:solidFill>
                          <a:latin typeface="Times New Roman" pitchFamily="18" charset="0"/>
                          <a:ea typeface="+mn-ea"/>
                          <a:cs typeface="Times New Roman" pitchFamily="18" charset="0"/>
                        </a:rPr>
                        <a:t>2</a:t>
                      </a:r>
                      <a:r>
                        <a:rPr kumimoji="0" lang="en-US" sz="1200" kern="1200" dirty="0" smtClean="0">
                          <a:solidFill>
                            <a:schemeClr val="tx1"/>
                          </a:solidFill>
                          <a:latin typeface="Times New Roman" pitchFamily="18" charset="0"/>
                          <a:ea typeface="+mn-ea"/>
                          <a:cs typeface="Times New Roman" pitchFamily="18" charset="0"/>
                        </a:rPr>
                        <a:t/>
                      </a:r>
                      <a:br>
                        <a:rPr kumimoji="0" lang="en-US" sz="1200" kern="1200" dirty="0" smtClean="0">
                          <a:solidFill>
                            <a:schemeClr val="tx1"/>
                          </a:solidFill>
                          <a:latin typeface="Times New Roman" pitchFamily="18" charset="0"/>
                          <a:ea typeface="+mn-ea"/>
                          <a:cs typeface="Times New Roman" pitchFamily="18" charset="0"/>
                        </a:rPr>
                      </a:br>
                      <a:r>
                        <a:rPr kumimoji="0" lang="en-US" sz="1200" kern="1200" dirty="0" smtClean="0">
                          <a:solidFill>
                            <a:schemeClr val="tx1"/>
                          </a:solidFill>
                          <a:latin typeface="Times New Roman" pitchFamily="18" charset="0"/>
                          <a:ea typeface="+mn-ea"/>
                          <a:cs typeface="Times New Roman" pitchFamily="18" charset="0"/>
                        </a:rPr>
                        <a:t>----------------------------------------</a:t>
                      </a:r>
                    </a:p>
                    <a:p>
                      <a:r>
                        <a:rPr kumimoji="0" lang="en-US" sz="1200" kern="1200" dirty="0" smtClean="0">
                          <a:solidFill>
                            <a:schemeClr val="tx1"/>
                          </a:solidFill>
                          <a:latin typeface="Times New Roman" pitchFamily="18" charset="0"/>
                          <a:ea typeface="+mn-ea"/>
                          <a:cs typeface="Times New Roman" pitchFamily="18" charset="0"/>
                        </a:rPr>
                        <a:t>----------------------------------------</a:t>
                      </a:r>
                    </a:p>
                    <a:p>
                      <a:r>
                        <a:rPr kumimoji="0" lang="en-US" sz="1200" kern="1200" dirty="0" smtClean="0">
                          <a:solidFill>
                            <a:schemeClr val="tx1"/>
                          </a:solidFill>
                          <a:latin typeface="Times New Roman" pitchFamily="18" charset="0"/>
                          <a:ea typeface="+mn-ea"/>
                          <a:cs typeface="Times New Roman" pitchFamily="18" charset="0"/>
                        </a:rPr>
                        <a:t>----------------------------------------</a:t>
                      </a:r>
                    </a:p>
                    <a:p>
                      <a:r>
                        <a:rPr kumimoji="0" lang="en-US" sz="1200" kern="1200" dirty="0" smtClean="0">
                          <a:solidFill>
                            <a:schemeClr val="tx1"/>
                          </a:solidFill>
                          <a:latin typeface="Times New Roman" pitchFamily="18" charset="0"/>
                          <a:ea typeface="+mn-ea"/>
                          <a:cs typeface="Times New Roman" pitchFamily="18" charset="0"/>
                        </a:rPr>
                        <a:t>am</a:t>
                      </a:r>
                      <a:r>
                        <a:rPr kumimoji="0" lang="en-US" sz="1200" kern="1200" baseline="-25000" dirty="0" smtClean="0">
                          <a:solidFill>
                            <a:schemeClr val="tx1"/>
                          </a:solidFill>
                          <a:latin typeface="Times New Roman" pitchFamily="18" charset="0"/>
                          <a:ea typeface="+mn-ea"/>
                          <a:cs typeface="Times New Roman" pitchFamily="18" charset="0"/>
                        </a:rPr>
                        <a:t>1</a:t>
                      </a:r>
                      <a:r>
                        <a:rPr kumimoji="0" lang="en-US" sz="1200" kern="1200" dirty="0" smtClean="0">
                          <a:solidFill>
                            <a:schemeClr val="tx1"/>
                          </a:solidFill>
                          <a:latin typeface="Times New Roman" pitchFamily="18" charset="0"/>
                          <a:ea typeface="+mn-ea"/>
                          <a:cs typeface="Times New Roman" pitchFamily="18" charset="0"/>
                        </a:rPr>
                        <a:t>x</a:t>
                      </a:r>
                      <a:r>
                        <a:rPr kumimoji="0" lang="en-US" sz="1200" kern="1200" baseline="-25000" dirty="0" smtClean="0">
                          <a:solidFill>
                            <a:schemeClr val="tx1"/>
                          </a:solidFill>
                          <a:latin typeface="Times New Roman" pitchFamily="18" charset="0"/>
                          <a:ea typeface="+mn-ea"/>
                          <a:cs typeface="Times New Roman" pitchFamily="18" charset="0"/>
                        </a:rPr>
                        <a:t>1 </a:t>
                      </a:r>
                      <a:r>
                        <a:rPr kumimoji="0" lang="en-US" sz="1200" kern="1200" dirty="0" smtClean="0">
                          <a:solidFill>
                            <a:schemeClr val="tx1"/>
                          </a:solidFill>
                          <a:latin typeface="Times New Roman" pitchFamily="18" charset="0"/>
                          <a:ea typeface="+mn-ea"/>
                          <a:cs typeface="Times New Roman" pitchFamily="18" charset="0"/>
                        </a:rPr>
                        <a:t>+ am</a:t>
                      </a:r>
                      <a:r>
                        <a:rPr kumimoji="0" lang="en-US" sz="1200" kern="1200" baseline="-25000" dirty="0" smtClean="0">
                          <a:solidFill>
                            <a:schemeClr val="tx1"/>
                          </a:solidFill>
                          <a:latin typeface="Times New Roman" pitchFamily="18" charset="0"/>
                          <a:ea typeface="+mn-ea"/>
                          <a:cs typeface="Times New Roman" pitchFamily="18" charset="0"/>
                        </a:rPr>
                        <a:t>2</a:t>
                      </a:r>
                      <a:r>
                        <a:rPr kumimoji="0" lang="en-US" sz="1200" kern="1200" dirty="0" smtClean="0">
                          <a:solidFill>
                            <a:schemeClr val="tx1"/>
                          </a:solidFill>
                          <a:latin typeface="Times New Roman" pitchFamily="18" charset="0"/>
                          <a:ea typeface="+mn-ea"/>
                          <a:cs typeface="Times New Roman" pitchFamily="18" charset="0"/>
                        </a:rPr>
                        <a:t>x</a:t>
                      </a:r>
                      <a:r>
                        <a:rPr kumimoji="0" lang="en-US" sz="1200" kern="1200" baseline="-25000" dirty="0" smtClean="0">
                          <a:solidFill>
                            <a:schemeClr val="tx1"/>
                          </a:solidFill>
                          <a:latin typeface="Times New Roman" pitchFamily="18" charset="0"/>
                          <a:ea typeface="+mn-ea"/>
                          <a:cs typeface="Times New Roman" pitchFamily="18" charset="0"/>
                        </a:rPr>
                        <a:t>2</a:t>
                      </a:r>
                      <a:r>
                        <a:rPr kumimoji="0" lang="en-US" sz="1200" kern="1200" dirty="0" smtClean="0">
                          <a:solidFill>
                            <a:schemeClr val="tx1"/>
                          </a:solidFill>
                          <a:latin typeface="Times New Roman" pitchFamily="18" charset="0"/>
                          <a:ea typeface="+mn-ea"/>
                          <a:cs typeface="Times New Roman" pitchFamily="18" charset="0"/>
                        </a:rPr>
                        <a:t> + ….. + </a:t>
                      </a:r>
                      <a:r>
                        <a:rPr kumimoji="0" lang="en-US" sz="1200" kern="1200" dirty="0" err="1" smtClean="0">
                          <a:solidFill>
                            <a:schemeClr val="tx1"/>
                          </a:solidFill>
                          <a:latin typeface="Times New Roman" pitchFamily="18" charset="0"/>
                          <a:ea typeface="+mn-ea"/>
                          <a:cs typeface="Times New Roman" pitchFamily="18" charset="0"/>
                        </a:rPr>
                        <a:t>a</a:t>
                      </a:r>
                      <a:r>
                        <a:rPr kumimoji="0" lang="en-US" sz="1200" kern="1200" baseline="-25000" dirty="0" err="1" smtClean="0">
                          <a:solidFill>
                            <a:schemeClr val="tx1"/>
                          </a:solidFill>
                          <a:latin typeface="Times New Roman" pitchFamily="18" charset="0"/>
                          <a:ea typeface="+mn-ea"/>
                          <a:cs typeface="Times New Roman" pitchFamily="18" charset="0"/>
                        </a:rPr>
                        <a:t>mn</a:t>
                      </a:r>
                      <a:r>
                        <a:rPr kumimoji="0" lang="en-US" sz="1200" kern="1200" dirty="0" err="1" smtClean="0">
                          <a:solidFill>
                            <a:schemeClr val="tx1"/>
                          </a:solidFill>
                          <a:latin typeface="Times New Roman" pitchFamily="18" charset="0"/>
                          <a:ea typeface="+mn-ea"/>
                          <a:cs typeface="Times New Roman" pitchFamily="18" charset="0"/>
                        </a:rPr>
                        <a:t>x</a:t>
                      </a:r>
                      <a:r>
                        <a:rPr kumimoji="0" lang="en-US" sz="1200" kern="1200" baseline="-25000" dirty="0" err="1" smtClean="0">
                          <a:solidFill>
                            <a:schemeClr val="tx1"/>
                          </a:solidFill>
                          <a:latin typeface="Times New Roman" pitchFamily="18" charset="0"/>
                          <a:ea typeface="+mn-ea"/>
                          <a:cs typeface="Times New Roman" pitchFamily="18" charset="0"/>
                        </a:rPr>
                        <a:t>n</a:t>
                      </a:r>
                      <a:r>
                        <a:rPr kumimoji="0" lang="en-US" sz="1200" kern="1200" baseline="-25000" dirty="0" smtClean="0">
                          <a:solidFill>
                            <a:schemeClr val="tx1"/>
                          </a:solidFill>
                          <a:latin typeface="Times New Roman" pitchFamily="18" charset="0"/>
                          <a:ea typeface="+mn-ea"/>
                          <a:cs typeface="Times New Roman" pitchFamily="18" charset="0"/>
                        </a:rPr>
                        <a:t> </a:t>
                      </a:r>
                      <a:r>
                        <a:rPr kumimoji="0" lang="en-US" sz="1200" kern="1200" dirty="0" smtClean="0">
                          <a:solidFill>
                            <a:schemeClr val="tx1"/>
                          </a:solidFill>
                          <a:latin typeface="Times New Roman" pitchFamily="18" charset="0"/>
                          <a:ea typeface="+mn-ea"/>
                          <a:cs typeface="Times New Roman" pitchFamily="18" charset="0"/>
                        </a:rPr>
                        <a:t>≤ </a:t>
                      </a:r>
                      <a:r>
                        <a:rPr kumimoji="0" lang="en-US" sz="1200" kern="1200" dirty="0" err="1" smtClean="0">
                          <a:solidFill>
                            <a:schemeClr val="tx1"/>
                          </a:solidFill>
                          <a:latin typeface="Times New Roman" pitchFamily="18" charset="0"/>
                          <a:ea typeface="+mn-ea"/>
                          <a:cs typeface="Times New Roman" pitchFamily="18" charset="0"/>
                        </a:rPr>
                        <a:t>b</a:t>
                      </a:r>
                      <a:r>
                        <a:rPr kumimoji="0" lang="en-US" sz="1200" kern="1200" baseline="-25000" dirty="0" err="1" smtClean="0">
                          <a:solidFill>
                            <a:schemeClr val="tx1"/>
                          </a:solidFill>
                          <a:latin typeface="Times New Roman" pitchFamily="18" charset="0"/>
                          <a:ea typeface="+mn-ea"/>
                          <a:cs typeface="Times New Roman" pitchFamily="18" charset="0"/>
                        </a:rPr>
                        <a:t>n</a:t>
                      </a:r>
                      <a:endParaRPr kumimoji="0" lang="en-US" sz="1200" kern="1200" dirty="0" smtClean="0">
                        <a:solidFill>
                          <a:schemeClr val="tx1"/>
                        </a:solidFill>
                        <a:latin typeface="Times New Roman" pitchFamily="18" charset="0"/>
                        <a:ea typeface="+mn-ea"/>
                        <a:cs typeface="Times New Roman" pitchFamily="18" charset="0"/>
                      </a:endParaRPr>
                    </a:p>
                    <a:p>
                      <a:r>
                        <a:rPr kumimoji="0" lang="en-US" sz="1200" kern="1200" baseline="-25000" dirty="0" smtClean="0">
                          <a:solidFill>
                            <a:schemeClr val="tx1"/>
                          </a:solidFill>
                          <a:latin typeface="Times New Roman" pitchFamily="18" charset="0"/>
                          <a:ea typeface="+mn-ea"/>
                          <a:cs typeface="Times New Roman" pitchFamily="18" charset="0"/>
                        </a:rPr>
                        <a:t>	</a:t>
                      </a:r>
                      <a:r>
                        <a:rPr kumimoji="0" lang="en-US" sz="1200" kern="1200" dirty="0" smtClean="0">
                          <a:solidFill>
                            <a:schemeClr val="tx1"/>
                          </a:solidFill>
                          <a:latin typeface="Times New Roman" pitchFamily="18" charset="0"/>
                          <a:ea typeface="+mn-ea"/>
                          <a:cs typeface="Times New Roman" pitchFamily="18" charset="0"/>
                        </a:rPr>
                        <a:t>a</a:t>
                      </a:r>
                      <a:r>
                        <a:rPr kumimoji="0" lang="en-US" sz="1200" kern="1200" baseline="-25000" dirty="0" smtClean="0">
                          <a:solidFill>
                            <a:schemeClr val="tx1"/>
                          </a:solidFill>
                          <a:latin typeface="Times New Roman" pitchFamily="18" charset="0"/>
                          <a:ea typeface="+mn-ea"/>
                          <a:cs typeface="Times New Roman" pitchFamily="18" charset="0"/>
                        </a:rPr>
                        <a:t>11</a:t>
                      </a:r>
                      <a:r>
                        <a:rPr kumimoji="0" lang="en-US" sz="1200" kern="1200" dirty="0" smtClean="0">
                          <a:solidFill>
                            <a:schemeClr val="tx1"/>
                          </a:solidFill>
                          <a:latin typeface="Times New Roman" pitchFamily="18" charset="0"/>
                          <a:ea typeface="+mn-ea"/>
                          <a:cs typeface="Times New Roman" pitchFamily="18" charset="0"/>
                        </a:rPr>
                        <a:t>x</a:t>
                      </a:r>
                      <a:r>
                        <a:rPr kumimoji="0" lang="en-US" sz="1200" kern="1200" baseline="-25000" dirty="0" smtClean="0">
                          <a:solidFill>
                            <a:schemeClr val="tx1"/>
                          </a:solidFill>
                          <a:latin typeface="Times New Roman" pitchFamily="18" charset="0"/>
                          <a:ea typeface="+mn-ea"/>
                          <a:cs typeface="Times New Roman" pitchFamily="18" charset="0"/>
                        </a:rPr>
                        <a:t>f </a:t>
                      </a:r>
                      <a:r>
                        <a:rPr kumimoji="0" lang="en-US" sz="1200" kern="1200" dirty="0" smtClean="0">
                          <a:solidFill>
                            <a:schemeClr val="tx1"/>
                          </a:solidFill>
                          <a:latin typeface="Times New Roman" pitchFamily="18" charset="0"/>
                          <a:ea typeface="+mn-ea"/>
                          <a:cs typeface="Times New Roman" pitchFamily="18" charset="0"/>
                        </a:rPr>
                        <a:t> ≥ 0</a:t>
                      </a:r>
                    </a:p>
                    <a:p>
                      <a:r>
                        <a:rPr kumimoji="0" lang="en-US" sz="1200" kern="1200" dirty="0" smtClean="0">
                          <a:solidFill>
                            <a:schemeClr val="tx1"/>
                          </a:solidFill>
                          <a:latin typeface="Times New Roman" pitchFamily="18" charset="0"/>
                          <a:ea typeface="+mn-ea"/>
                          <a:cs typeface="Times New Roman" pitchFamily="18" charset="0"/>
                        </a:rPr>
                        <a:t>Where </a:t>
                      </a:r>
                      <a:r>
                        <a:rPr kumimoji="0" lang="en-US" sz="1200" kern="1200" dirty="0" err="1" smtClean="0">
                          <a:solidFill>
                            <a:schemeClr val="tx1"/>
                          </a:solidFill>
                          <a:latin typeface="Times New Roman" pitchFamily="18" charset="0"/>
                          <a:ea typeface="+mn-ea"/>
                          <a:cs typeface="Times New Roman" pitchFamily="18" charset="0"/>
                        </a:rPr>
                        <a:t>a</a:t>
                      </a:r>
                      <a:r>
                        <a:rPr kumimoji="0" lang="en-US" sz="1200" kern="1200" baseline="-25000" dirty="0" err="1" smtClean="0">
                          <a:solidFill>
                            <a:schemeClr val="tx1"/>
                          </a:solidFill>
                          <a:latin typeface="Times New Roman" pitchFamily="18" charset="0"/>
                          <a:ea typeface="+mn-ea"/>
                          <a:cs typeface="Times New Roman" pitchFamily="18" charset="0"/>
                        </a:rPr>
                        <a:t>ij</a:t>
                      </a:r>
                      <a:r>
                        <a:rPr kumimoji="0" lang="en-US" sz="1200" kern="1200" dirty="0" smtClean="0">
                          <a:solidFill>
                            <a:schemeClr val="tx1"/>
                          </a:solidFill>
                          <a:latin typeface="Times New Roman" pitchFamily="18" charset="0"/>
                          <a:ea typeface="+mn-ea"/>
                          <a:cs typeface="Times New Roman" pitchFamily="18" charset="0"/>
                        </a:rPr>
                        <a:t>; </a:t>
                      </a:r>
                      <a:r>
                        <a:rPr kumimoji="0" lang="en-US" sz="1200" kern="1200" dirty="0" err="1" smtClean="0">
                          <a:solidFill>
                            <a:schemeClr val="tx1"/>
                          </a:solidFill>
                          <a:latin typeface="Times New Roman" pitchFamily="18" charset="0"/>
                          <a:ea typeface="+mn-ea"/>
                          <a:cs typeface="Times New Roman" pitchFamily="18" charset="0"/>
                        </a:rPr>
                        <a:t>b</a:t>
                      </a:r>
                      <a:r>
                        <a:rPr kumimoji="0" lang="en-US" sz="1200" kern="1200" baseline="-25000" dirty="0" err="1" smtClean="0">
                          <a:solidFill>
                            <a:schemeClr val="tx1"/>
                          </a:solidFill>
                          <a:latin typeface="Times New Roman" pitchFamily="18" charset="0"/>
                          <a:ea typeface="+mn-ea"/>
                          <a:cs typeface="Times New Roman" pitchFamily="18" charset="0"/>
                        </a:rPr>
                        <a:t>j</a:t>
                      </a:r>
                      <a:r>
                        <a:rPr kumimoji="0" lang="en-US" sz="1200" kern="1200" baseline="-25000" dirty="0" smtClean="0">
                          <a:solidFill>
                            <a:schemeClr val="tx1"/>
                          </a:solidFill>
                          <a:latin typeface="Times New Roman" pitchFamily="18" charset="0"/>
                          <a:ea typeface="+mn-ea"/>
                          <a:cs typeface="Times New Roman" pitchFamily="18" charset="0"/>
                        </a:rPr>
                        <a:t> </a:t>
                      </a:r>
                      <a:r>
                        <a:rPr kumimoji="0" lang="en-US" sz="1200" kern="1200" dirty="0" smtClean="0">
                          <a:solidFill>
                            <a:schemeClr val="tx1"/>
                          </a:solidFill>
                          <a:latin typeface="Times New Roman" pitchFamily="18" charset="0"/>
                          <a:ea typeface="+mn-ea"/>
                          <a:cs typeface="Times New Roman" pitchFamily="18" charset="0"/>
                        </a:rPr>
                        <a:t>and </a:t>
                      </a:r>
                      <a:r>
                        <a:rPr kumimoji="0" lang="en-US" sz="1200" kern="1200" dirty="0" err="1" smtClean="0">
                          <a:solidFill>
                            <a:schemeClr val="tx1"/>
                          </a:solidFill>
                          <a:latin typeface="Times New Roman" pitchFamily="18" charset="0"/>
                          <a:ea typeface="+mn-ea"/>
                          <a:cs typeface="Times New Roman" pitchFamily="18" charset="0"/>
                        </a:rPr>
                        <a:t>c</a:t>
                      </a:r>
                      <a:r>
                        <a:rPr kumimoji="0" lang="en-US" sz="1200" kern="1200" baseline="-25000" dirty="0" err="1" smtClean="0">
                          <a:solidFill>
                            <a:schemeClr val="tx1"/>
                          </a:solidFill>
                          <a:latin typeface="Times New Roman" pitchFamily="18" charset="0"/>
                          <a:ea typeface="+mn-ea"/>
                          <a:cs typeface="Times New Roman" pitchFamily="18" charset="0"/>
                        </a:rPr>
                        <a:t>j</a:t>
                      </a:r>
                      <a:r>
                        <a:rPr kumimoji="0" lang="en-US" sz="1200" kern="1200" baseline="-25000" dirty="0" smtClean="0">
                          <a:solidFill>
                            <a:schemeClr val="tx1"/>
                          </a:solidFill>
                          <a:latin typeface="Times New Roman" pitchFamily="18" charset="0"/>
                          <a:ea typeface="+mn-ea"/>
                          <a:cs typeface="Times New Roman" pitchFamily="18" charset="0"/>
                        </a:rPr>
                        <a:t> </a:t>
                      </a:r>
                      <a:r>
                        <a:rPr kumimoji="0" lang="en-US" sz="1200" kern="1200" dirty="0" smtClean="0">
                          <a:solidFill>
                            <a:schemeClr val="tx1"/>
                          </a:solidFill>
                          <a:latin typeface="Times New Roman" pitchFamily="18" charset="0"/>
                          <a:ea typeface="+mn-ea"/>
                          <a:cs typeface="Times New Roman" pitchFamily="18" charset="0"/>
                        </a:rPr>
                        <a:t>are given constant. </a:t>
                      </a:r>
                    </a:p>
                    <a:p>
                      <a:pPr algn="just"/>
                      <a:endParaRPr lang="en-US" dirty="0"/>
                    </a:p>
                  </a:txBody>
                  <a:tcPr>
                    <a:lnL w="28575" cmpd="sng">
                      <a:solidFill>
                        <a:srgbClr val="00B050"/>
                      </a:solidFill>
                      <a:prstDash val="solid"/>
                    </a:lnL>
                    <a:lnR w="28575" cmpd="sng">
                      <a:solidFill>
                        <a:srgbClr val="00B050"/>
                      </a:solidFill>
                      <a:prstDash val="solid"/>
                    </a:lnR>
                    <a:lnT w="28575" cmpd="sng">
                      <a:solidFill>
                        <a:srgbClr val="00B050"/>
                      </a:solidFill>
                      <a:prstDash val="solid"/>
                    </a:lnT>
                    <a:lnB w="28575" cmpd="sng">
                      <a:solidFill>
                        <a:srgbClr val="00B050"/>
                      </a:solidFill>
                      <a:prstDash val="solid"/>
                    </a:lnB>
                  </a:tcPr>
                </a:tc>
              </a:tr>
            </a:tbl>
          </a:graphicData>
        </a:graphic>
      </p:graphicFrame>
      <p:pic>
        <p:nvPicPr>
          <p:cNvPr id="6" name="Picture 5" descr="C:\Users\MR. ANWESHAN JANA\AppData\Local\Packages\Microsoft.Windows.Photos_8wekyb3d8bbwe\TempState\ShareServiceTempFolder\images.jpeg"/>
          <p:cNvPicPr/>
          <p:nvPr/>
        </p:nvPicPr>
        <p:blipFill>
          <a:blip r:embed="rId6"/>
          <a:stretch>
            <a:fillRect/>
          </a:stretch>
        </p:blipFill>
        <p:spPr bwMode="auto">
          <a:xfrm>
            <a:off x="4295565" y="5135423"/>
            <a:ext cx="2246856" cy="1211908"/>
          </a:xfrm>
          <a:prstGeom prst="rect">
            <a:avLst/>
          </a:prstGeom>
          <a:noFill/>
          <a:ln w="9525">
            <a:noFill/>
            <a:miter lim="800000"/>
            <a:headEnd/>
            <a:tailEnd/>
          </a:ln>
        </p:spPr>
      </p:pic>
      <p:pic>
        <p:nvPicPr>
          <p:cNvPr id="7" name="Picture 6" descr="C:\Users\MR. ANWESHAN JANA\Desktop\download (2).jpeg"/>
          <p:cNvPicPr/>
          <p:nvPr/>
        </p:nvPicPr>
        <p:blipFill>
          <a:blip r:embed="rId7"/>
          <a:stretch>
            <a:fillRect/>
          </a:stretch>
        </p:blipFill>
        <p:spPr bwMode="auto">
          <a:xfrm>
            <a:off x="6946656" y="4526573"/>
            <a:ext cx="2800350" cy="163830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670538" y="1002324"/>
          <a:ext cx="7597287" cy="2655276"/>
        </p:xfrm>
        <a:graphic>
          <a:graphicData uri="http://schemas.openxmlformats.org/drawingml/2006/table">
            <a:tbl>
              <a:tblPr/>
              <a:tblGrid>
                <a:gridCol w="2349912"/>
                <a:gridCol w="5247375"/>
              </a:tblGrid>
              <a:tr h="1151791">
                <a:tc gridSpan="2">
                  <a:txBody>
                    <a:bodyPr/>
                    <a:lstStyle/>
                    <a:p>
                      <a:pPr marL="76200" marR="0" algn="ctr">
                        <a:lnSpc>
                          <a:spcPct val="115000"/>
                        </a:lnSpc>
                        <a:spcBef>
                          <a:spcPts val="0"/>
                        </a:spcBef>
                        <a:spcAft>
                          <a:spcPts val="1000"/>
                        </a:spcAft>
                        <a:tabLst>
                          <a:tab pos="1466850" algn="l"/>
                        </a:tabLst>
                      </a:pPr>
                      <a:r>
                        <a:rPr lang="en-US" sz="1200" b="1" dirty="0" smtClean="0">
                          <a:solidFill>
                            <a:srgbClr val="00B050"/>
                          </a:solidFill>
                          <a:latin typeface="Times New Roman"/>
                          <a:ea typeface="Calibri"/>
                          <a:cs typeface="Vrinda"/>
                        </a:rPr>
                        <a:t>LINEAR PROGRAMMING SOFTWARE: (PROL P. EXE)- CREATED BY WIN </a:t>
                      </a:r>
                      <a:r>
                        <a:rPr lang="en-US" sz="1200" b="1" dirty="0" err="1" smtClean="0">
                          <a:solidFill>
                            <a:srgbClr val="00B050"/>
                          </a:solidFill>
                          <a:latin typeface="Times New Roman"/>
                          <a:ea typeface="Calibri"/>
                          <a:cs typeface="Vrinda"/>
                        </a:rPr>
                        <a:t>WIN</a:t>
                      </a:r>
                      <a:r>
                        <a:rPr lang="en-US" sz="1200" b="1" dirty="0" smtClean="0">
                          <a:solidFill>
                            <a:srgbClr val="00B050"/>
                          </a:solidFill>
                          <a:latin typeface="Times New Roman"/>
                          <a:ea typeface="Calibri"/>
                          <a:cs typeface="Vrinda"/>
                        </a:rPr>
                        <a:t> MYO</a:t>
                      </a:r>
                      <a:endParaRPr lang="en-US" sz="1100" dirty="0" smtClean="0">
                        <a:solidFill>
                          <a:srgbClr val="00B050"/>
                        </a:solidFill>
                        <a:latin typeface="Calibri"/>
                        <a:ea typeface="Calibri"/>
                        <a:cs typeface="Vrinda"/>
                      </a:endParaRPr>
                    </a:p>
                    <a:p>
                      <a:pPr marL="0" marR="0">
                        <a:lnSpc>
                          <a:spcPct val="115000"/>
                        </a:lnSpc>
                        <a:spcBef>
                          <a:spcPts val="0"/>
                        </a:spcBef>
                        <a:spcAft>
                          <a:spcPts val="1000"/>
                        </a:spcAft>
                        <a:tabLst>
                          <a:tab pos="1466850" algn="l"/>
                        </a:tabLst>
                      </a:pPr>
                      <a:r>
                        <a:rPr lang="en-US" sz="1200" b="1" dirty="0" smtClean="0">
                          <a:latin typeface="Times New Roman"/>
                          <a:ea typeface="Calibri"/>
                          <a:cs typeface="Vrinda"/>
                        </a:rPr>
                        <a:t>1</a:t>
                      </a:r>
                      <a:r>
                        <a:rPr lang="en-US" sz="1200" b="1" dirty="0">
                          <a:latin typeface="Times New Roman"/>
                          <a:ea typeface="Calibri"/>
                          <a:cs typeface="Vrinda"/>
                        </a:rPr>
                        <a:t>. To input the data click entry data button 2. To obtain the optimal solution click solve button 3. To entry the new data or to delete the old data click cancel button 4. To solve the problem &amp; solution click the save button 5. To print the problem and solution click the print button</a:t>
                      </a:r>
                      <a:endParaRPr lang="en-US" sz="1100" dirty="0">
                        <a:latin typeface="Calibri"/>
                        <a:ea typeface="Calibri"/>
                        <a:cs typeface="Vrind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r>
              <a:tr h="1503485">
                <a:tc>
                  <a:txBody>
                    <a:bodyPr/>
                    <a:lstStyle/>
                    <a:p>
                      <a:pPr marL="76200" marR="0" algn="ctr">
                        <a:lnSpc>
                          <a:spcPct val="115000"/>
                        </a:lnSpc>
                        <a:spcBef>
                          <a:spcPts val="0"/>
                        </a:spcBef>
                        <a:spcAft>
                          <a:spcPts val="1000"/>
                        </a:spcAft>
                        <a:tabLst>
                          <a:tab pos="1466850" algn="l"/>
                        </a:tabLst>
                      </a:pPr>
                      <a:endParaRPr lang="en-US" sz="1100">
                        <a:latin typeface="Calibri"/>
                        <a:ea typeface="Calibri"/>
                        <a:cs typeface="Vrind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6200" marR="0">
                        <a:lnSpc>
                          <a:spcPct val="115000"/>
                        </a:lnSpc>
                        <a:spcBef>
                          <a:spcPts val="0"/>
                        </a:spcBef>
                        <a:spcAft>
                          <a:spcPts val="1000"/>
                        </a:spcAft>
                        <a:tabLst>
                          <a:tab pos="1466850" algn="l"/>
                        </a:tabLst>
                      </a:pPr>
                      <a:r>
                        <a:rPr lang="en-US" sz="1100" dirty="0">
                          <a:latin typeface="Calibri"/>
                          <a:ea typeface="Calibri"/>
                          <a:cs typeface="Vrinda"/>
                        </a:rPr>
                        <a:t/>
                      </a:r>
                      <a:br>
                        <a:rPr lang="en-US" sz="1100" dirty="0">
                          <a:latin typeface="Calibri"/>
                          <a:ea typeface="Calibri"/>
                          <a:cs typeface="Vrinda"/>
                        </a:rPr>
                      </a:br>
                      <a:endParaRPr lang="en-US" sz="1100" dirty="0">
                        <a:latin typeface="Calibri"/>
                        <a:ea typeface="Calibri"/>
                        <a:cs typeface="Vrind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18434" name="Picture 10" descr="WhatsApp Image 2023-12-14 at 19.34.00_169c378f"/>
          <p:cNvPicPr>
            <a:picLocks noChangeAspect="1" noChangeArrowheads="1"/>
          </p:cNvPicPr>
          <p:nvPr/>
        </p:nvPicPr>
        <p:blipFill>
          <a:blip r:embed="rId2"/>
          <a:srcRect/>
          <a:stretch>
            <a:fillRect/>
          </a:stretch>
        </p:blipFill>
        <p:spPr bwMode="auto">
          <a:xfrm>
            <a:off x="2435469" y="2250830"/>
            <a:ext cx="685800" cy="815975"/>
          </a:xfrm>
          <a:prstGeom prst="rect">
            <a:avLst/>
          </a:prstGeom>
          <a:noFill/>
        </p:spPr>
      </p:pic>
      <p:pic>
        <p:nvPicPr>
          <p:cNvPr id="18433" name="Image 26"/>
          <p:cNvPicPr>
            <a:picLocks noChangeAspect="1" noChangeArrowheads="1"/>
          </p:cNvPicPr>
          <p:nvPr/>
        </p:nvPicPr>
        <p:blipFill>
          <a:blip r:embed="rId3"/>
          <a:srcRect/>
          <a:stretch>
            <a:fillRect/>
          </a:stretch>
        </p:blipFill>
        <p:spPr bwMode="auto">
          <a:xfrm>
            <a:off x="5125915" y="2305782"/>
            <a:ext cx="2955425" cy="1175578"/>
          </a:xfrm>
          <a:prstGeom prst="rect">
            <a:avLst/>
          </a:prstGeom>
          <a:noFill/>
        </p:spPr>
      </p:pic>
      <p:graphicFrame>
        <p:nvGraphicFramePr>
          <p:cNvPr id="6" name="Table 5"/>
          <p:cNvGraphicFramePr>
            <a:graphicFrameLocks noGrp="1"/>
          </p:cNvGraphicFramePr>
          <p:nvPr/>
        </p:nvGraphicFramePr>
        <p:xfrm>
          <a:off x="1758462" y="4087906"/>
          <a:ext cx="7482253" cy="1737360"/>
        </p:xfrm>
        <a:graphic>
          <a:graphicData uri="http://schemas.openxmlformats.org/drawingml/2006/table">
            <a:tbl>
              <a:tblPr/>
              <a:tblGrid>
                <a:gridCol w="7482253"/>
              </a:tblGrid>
              <a:tr h="1219200">
                <a:tc>
                  <a:txBody>
                    <a:bodyPr/>
                    <a:lstStyle/>
                    <a:p>
                      <a:pPr algn="ctr"/>
                      <a:r>
                        <a:rPr kumimoji="0" lang="en-US" sz="1800" b="1" kern="1200" dirty="0" smtClean="0">
                          <a:solidFill>
                            <a:srgbClr val="00B050"/>
                          </a:solidFill>
                          <a:latin typeface="+mn-lt"/>
                          <a:ea typeface="+mn-ea"/>
                          <a:cs typeface="+mn-cs"/>
                        </a:rPr>
                        <a:t>CONCLUSION</a:t>
                      </a:r>
                      <a:endParaRPr kumimoji="0" lang="en-US" sz="1800" kern="1200" dirty="0" smtClean="0">
                        <a:solidFill>
                          <a:schemeClr val="tx1"/>
                        </a:solidFill>
                        <a:latin typeface="+mn-lt"/>
                        <a:ea typeface="+mn-ea"/>
                        <a:cs typeface="+mn-cs"/>
                      </a:endParaRPr>
                    </a:p>
                    <a:p>
                      <a:pPr algn="just"/>
                      <a:r>
                        <a:rPr kumimoji="0" lang="en-US" sz="1800" kern="1200" dirty="0" smtClean="0">
                          <a:solidFill>
                            <a:schemeClr val="tx1"/>
                          </a:solidFill>
                          <a:latin typeface="+mn-lt"/>
                          <a:ea typeface="+mn-ea"/>
                          <a:cs typeface="+mn-cs"/>
                        </a:rPr>
                        <a:t>Linear Programming is a powerful technique for dealing with resource- allocation problems, cost-benefit-trade-off problems, and fixed requirements problems; as well as other problems having a similar mathematical formulation. </a:t>
                      </a:r>
                    </a:p>
                    <a:p>
                      <a:endParaRPr lang="en-US" dirty="0"/>
                    </a:p>
                  </a:txBody>
                  <a:tcPr>
                    <a:lnL w="28575" cmpd="sng">
                      <a:solidFill>
                        <a:srgbClr val="00B050"/>
                      </a:solidFill>
                      <a:prstDash val="solid"/>
                    </a:lnL>
                    <a:lnR w="28575" cmpd="sng">
                      <a:solidFill>
                        <a:srgbClr val="00B050"/>
                      </a:solidFill>
                      <a:prstDash val="solid"/>
                    </a:lnR>
                    <a:lnT w="28575" cmpd="sng">
                      <a:solidFill>
                        <a:srgbClr val="00B050"/>
                      </a:solidFill>
                      <a:prstDash val="solid"/>
                    </a:lnT>
                    <a:lnB w="28575" cmpd="sng">
                      <a:solidFill>
                        <a:srgbClr val="00B050"/>
                      </a:solidFill>
                      <a:prstDash val="soli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C:\Users\MR. ANWESHAN JANA\AppData\Local\Packages\Microsoft.Windows.Photos_8wekyb3d8bbwe\TempState\ShareServiceTempFolder\download (1).jpeg"/>
          <p:cNvPicPr>
            <a:picLocks noChangeAspect="1" noChangeArrowheads="1"/>
          </p:cNvPicPr>
          <p:nvPr/>
        </p:nvPicPr>
        <p:blipFill>
          <a:blip r:embed="rId2"/>
          <a:srcRect/>
          <a:stretch>
            <a:fillRect/>
          </a:stretch>
        </p:blipFill>
        <p:spPr bwMode="auto">
          <a:xfrm>
            <a:off x="2892670" y="645990"/>
            <a:ext cx="4677508" cy="5251164"/>
          </a:xfrm>
          <a:prstGeom prst="rect">
            <a:avLst/>
          </a:prstGeom>
          <a:noFill/>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Opulent</Template>
  <TotalTime>260</TotalTime>
  <Words>877</Words>
  <Application>Microsoft Office PowerPoint</Application>
  <PresentationFormat>Custom</PresentationFormat>
  <Paragraphs>84</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Opulent</vt:lpstr>
      <vt:lpstr>Slide 1</vt:lpstr>
      <vt:lpstr>Slide 2</vt:lpstr>
      <vt:lpstr>Slide 3</vt:lpstr>
      <vt:lpstr>Slide 4</vt:lpstr>
      <vt:lpstr>Slide 5</vt:lpstr>
      <vt:lpstr>Slide 6</vt:lpstr>
      <vt:lpstr>Slide 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MR. ANWESHAN JANA</cp:lastModifiedBy>
  <cp:revision>36</cp:revision>
  <dcterms:created xsi:type="dcterms:W3CDTF">2018-12-20T09:03:20Z</dcterms:created>
  <dcterms:modified xsi:type="dcterms:W3CDTF">2024-05-07T02:28:08Z</dcterms:modified>
</cp:coreProperties>
</file>